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7.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8.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74" r:id="rId2"/>
    <p:sldMasterId id="2147483686" r:id="rId3"/>
    <p:sldMasterId id="2147483698" r:id="rId4"/>
    <p:sldMasterId id="2147483710" r:id="rId5"/>
    <p:sldMasterId id="2147483722" r:id="rId6"/>
    <p:sldMasterId id="2147483734" r:id="rId7"/>
    <p:sldMasterId id="2147483746" r:id="rId8"/>
    <p:sldMasterId id="2147483758" r:id="rId9"/>
  </p:sldMasterIdLst>
  <p:notesMasterIdLst>
    <p:notesMasterId r:id="rId28"/>
  </p:notesMasterIdLst>
  <p:sldIdLst>
    <p:sldId id="271" r:id="rId10"/>
    <p:sldId id="272" r:id="rId11"/>
    <p:sldId id="256" r:id="rId12"/>
    <p:sldId id="257" r:id="rId13"/>
    <p:sldId id="273" r:id="rId14"/>
    <p:sldId id="274" r:id="rId15"/>
    <p:sldId id="278" r:id="rId16"/>
    <p:sldId id="277" r:id="rId17"/>
    <p:sldId id="258" r:id="rId18"/>
    <p:sldId id="259" r:id="rId19"/>
    <p:sldId id="260" r:id="rId20"/>
    <p:sldId id="261" r:id="rId21"/>
    <p:sldId id="262" r:id="rId22"/>
    <p:sldId id="263" r:id="rId23"/>
    <p:sldId id="267" r:id="rId24"/>
    <p:sldId id="268" r:id="rId25"/>
    <p:sldId id="269" r:id="rId26"/>
    <p:sldId id="270" r:id="rId27"/>
  </p:sldIdLst>
  <p:sldSz cx="12192000" cy="6858000"/>
  <p:notesSz cx="6858000" cy="9144000"/>
  <p:defaultTextStyle>
    <a:defPPr>
      <a:defRPr lang="en-GB"/>
    </a:defPPr>
    <a:lvl1pPr algn="l" defTabSz="457200" rtl="0" eaLnBrk="0" fontAlgn="base" hangingPunct="0">
      <a:spcBef>
        <a:spcPct val="0"/>
      </a:spcBef>
      <a:spcAft>
        <a:spcPct val="0"/>
      </a:spcAft>
      <a:defRPr kern="1200">
        <a:solidFill>
          <a:schemeClr val="bg1"/>
        </a:solidFill>
        <a:latin typeface="Century Gothic" panose="020B0502020202020204" pitchFamily="34" charset="0"/>
        <a:ea typeface="WenQuanYi Micro Hei"/>
        <a:cs typeface="WenQuanYi Micro Hei"/>
      </a:defRPr>
    </a:lvl1pPr>
    <a:lvl2pPr marL="742950" indent="-285750" algn="l" defTabSz="457200" rtl="0" eaLnBrk="0" fontAlgn="base" hangingPunct="0">
      <a:spcBef>
        <a:spcPct val="0"/>
      </a:spcBef>
      <a:spcAft>
        <a:spcPct val="0"/>
      </a:spcAft>
      <a:defRPr kern="1200">
        <a:solidFill>
          <a:schemeClr val="bg1"/>
        </a:solidFill>
        <a:latin typeface="Century Gothic" panose="020B0502020202020204" pitchFamily="34" charset="0"/>
        <a:ea typeface="WenQuanYi Micro Hei"/>
        <a:cs typeface="WenQuanYi Micro Hei"/>
      </a:defRPr>
    </a:lvl2pPr>
    <a:lvl3pPr marL="1143000" indent="-228600" algn="l" defTabSz="457200" rtl="0" eaLnBrk="0" fontAlgn="base" hangingPunct="0">
      <a:spcBef>
        <a:spcPct val="0"/>
      </a:spcBef>
      <a:spcAft>
        <a:spcPct val="0"/>
      </a:spcAft>
      <a:defRPr kern="1200">
        <a:solidFill>
          <a:schemeClr val="bg1"/>
        </a:solidFill>
        <a:latin typeface="Century Gothic" panose="020B0502020202020204" pitchFamily="34" charset="0"/>
        <a:ea typeface="WenQuanYi Micro Hei"/>
        <a:cs typeface="WenQuanYi Micro Hei"/>
      </a:defRPr>
    </a:lvl3pPr>
    <a:lvl4pPr marL="1600200" indent="-228600" algn="l" defTabSz="457200" rtl="0" eaLnBrk="0" fontAlgn="base" hangingPunct="0">
      <a:spcBef>
        <a:spcPct val="0"/>
      </a:spcBef>
      <a:spcAft>
        <a:spcPct val="0"/>
      </a:spcAft>
      <a:defRPr kern="1200">
        <a:solidFill>
          <a:schemeClr val="bg1"/>
        </a:solidFill>
        <a:latin typeface="Century Gothic" panose="020B0502020202020204" pitchFamily="34" charset="0"/>
        <a:ea typeface="WenQuanYi Micro Hei"/>
        <a:cs typeface="WenQuanYi Micro Hei"/>
      </a:defRPr>
    </a:lvl4pPr>
    <a:lvl5pPr marL="2057400" indent="-228600" algn="l" defTabSz="457200" rtl="0" eaLnBrk="0" fontAlgn="base" hangingPunct="0">
      <a:spcBef>
        <a:spcPct val="0"/>
      </a:spcBef>
      <a:spcAft>
        <a:spcPct val="0"/>
      </a:spcAft>
      <a:defRPr kern="1200">
        <a:solidFill>
          <a:schemeClr val="bg1"/>
        </a:solidFill>
        <a:latin typeface="Century Gothic" panose="020B0502020202020204" pitchFamily="34" charset="0"/>
        <a:ea typeface="WenQuanYi Micro Hei"/>
        <a:cs typeface="WenQuanYi Micro Hei"/>
      </a:defRPr>
    </a:lvl5pPr>
    <a:lvl6pPr marL="2286000" algn="l" defTabSz="914400" rtl="0" eaLnBrk="1" latinLnBrk="0" hangingPunct="1">
      <a:defRPr kern="1200">
        <a:solidFill>
          <a:schemeClr val="bg1"/>
        </a:solidFill>
        <a:latin typeface="Century Gothic" panose="020B0502020202020204" pitchFamily="34" charset="0"/>
        <a:ea typeface="WenQuanYi Micro Hei"/>
        <a:cs typeface="WenQuanYi Micro Hei"/>
      </a:defRPr>
    </a:lvl6pPr>
    <a:lvl7pPr marL="2743200" algn="l" defTabSz="914400" rtl="0" eaLnBrk="1" latinLnBrk="0" hangingPunct="1">
      <a:defRPr kern="1200">
        <a:solidFill>
          <a:schemeClr val="bg1"/>
        </a:solidFill>
        <a:latin typeface="Century Gothic" panose="020B0502020202020204" pitchFamily="34" charset="0"/>
        <a:ea typeface="WenQuanYi Micro Hei"/>
        <a:cs typeface="WenQuanYi Micro Hei"/>
      </a:defRPr>
    </a:lvl7pPr>
    <a:lvl8pPr marL="3200400" algn="l" defTabSz="914400" rtl="0" eaLnBrk="1" latinLnBrk="0" hangingPunct="1">
      <a:defRPr kern="1200">
        <a:solidFill>
          <a:schemeClr val="bg1"/>
        </a:solidFill>
        <a:latin typeface="Century Gothic" panose="020B0502020202020204" pitchFamily="34" charset="0"/>
        <a:ea typeface="WenQuanYi Micro Hei"/>
        <a:cs typeface="WenQuanYi Micro Hei"/>
      </a:defRPr>
    </a:lvl8pPr>
    <a:lvl9pPr marL="3657600" algn="l" defTabSz="914400" rtl="0" eaLnBrk="1" latinLnBrk="0" hangingPunct="1">
      <a:defRPr kern="1200">
        <a:solidFill>
          <a:schemeClr val="bg1"/>
        </a:solidFill>
        <a:latin typeface="Century Gothic" panose="020B0502020202020204" pitchFamily="34" charset="0"/>
        <a:ea typeface="WenQuanYi Micro Hei"/>
        <a:cs typeface="WenQuanYi Micro He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96" d="100"/>
          <a:sy n="96" d="100"/>
        </p:scale>
        <p:origin x="1116"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 Type="http://schemas.openxmlformats.org/officeDocument/2006/relationships/slideMaster" Target="slideMasters/slideMaster3.xml"/><Relationship Id="rId21" Type="http://schemas.openxmlformats.org/officeDocument/2006/relationships/slide" Target="slides/slide12.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notesMaster" Target="notesMasters/notesMaster1.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71AA59-1E39-4964-9D5F-612DD155698D}" type="datetimeFigureOut">
              <a:rPr lang="en-IN" smtClean="0"/>
              <a:t>09-03-2024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0A4885-266F-4ABE-963D-AB7CF49B7BD9}" type="slidenum">
              <a:rPr lang="en-IN" smtClean="0"/>
              <a:t>‹#›</a:t>
            </a:fld>
            <a:endParaRPr lang="en-IN"/>
          </a:p>
        </p:txBody>
      </p:sp>
    </p:spTree>
    <p:extLst>
      <p:ext uri="{BB962C8B-B14F-4D97-AF65-F5344CB8AC3E}">
        <p14:creationId xmlns:p14="http://schemas.microsoft.com/office/powerpoint/2010/main" val="1230313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E0A14031-4B09-E231-7513-444FAE04C27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15900" indent="-215900">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SzPct val="45000"/>
              <a:buFont typeface="Wingdings" panose="05000000000000000000" pitchFamily="2" charset="2"/>
              <a:buNone/>
            </a:pPr>
            <a:fld id="{1266CFE1-AC6F-49C1-962E-B947AD61CEB3}" type="slidenum">
              <a:rPr lang="en-US" altLang="en-US" smtClean="0"/>
              <a:pPr>
                <a:spcBef>
                  <a:spcPct val="0"/>
                </a:spcBef>
                <a:buSzPct val="45000"/>
                <a:buFont typeface="Wingdings" panose="05000000000000000000" pitchFamily="2" charset="2"/>
                <a:buNone/>
              </a:pPr>
              <a:t>1</a:t>
            </a:fld>
            <a:endParaRPr lang="en-US" altLang="en-US"/>
          </a:p>
        </p:txBody>
      </p:sp>
      <p:sp>
        <p:nvSpPr>
          <p:cNvPr id="4099" name="Rectangle 1">
            <a:extLst>
              <a:ext uri="{FF2B5EF4-FFF2-40B4-BE49-F238E27FC236}">
                <a16:creationId xmlns:a16="http://schemas.microsoft.com/office/drawing/2014/main" id="{850A3485-2D6B-6ADA-99D4-1C812945FF52}"/>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4100" name="Rectangle 2">
            <a:extLst>
              <a:ext uri="{FF2B5EF4-FFF2-40B4-BE49-F238E27FC236}">
                <a16:creationId xmlns:a16="http://schemas.microsoft.com/office/drawing/2014/main" id="{352B8257-E494-A050-970A-6781BF214394}"/>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E49586C0-D01E-B04C-9D99-6C49531B1BC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15900" indent="-215900">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SzPct val="45000"/>
              <a:buFont typeface="Wingdings" panose="05000000000000000000" pitchFamily="2" charset="2"/>
              <a:buNone/>
            </a:pPr>
            <a:fld id="{FEB5DF83-078B-43CD-AD3A-9155EC214788}" type="slidenum">
              <a:rPr lang="en-US" altLang="en-US" smtClean="0"/>
              <a:pPr>
                <a:spcBef>
                  <a:spcPct val="0"/>
                </a:spcBef>
                <a:buSzPct val="45000"/>
                <a:buFont typeface="Wingdings" panose="05000000000000000000" pitchFamily="2" charset="2"/>
                <a:buNone/>
              </a:pPr>
              <a:t>2</a:t>
            </a:fld>
            <a:endParaRPr lang="en-US" altLang="en-US"/>
          </a:p>
        </p:txBody>
      </p:sp>
      <p:sp>
        <p:nvSpPr>
          <p:cNvPr id="6147" name="Rectangle 1">
            <a:extLst>
              <a:ext uri="{FF2B5EF4-FFF2-40B4-BE49-F238E27FC236}">
                <a16:creationId xmlns:a16="http://schemas.microsoft.com/office/drawing/2014/main" id="{A52F453D-54F1-EBD0-F210-69FA23569250}"/>
              </a:ext>
            </a:extLst>
          </p:cNvPr>
          <p:cNvSpPr>
            <a:spLocks noGrp="1" noRot="1" noChangeAspect="1" noChangeArrowheads="1" noTextEdit="1"/>
          </p:cNvSpPr>
          <p:nvPr>
            <p:ph type="sldImg"/>
          </p:nvPr>
        </p:nvSpPr>
        <p:spPr>
          <a:xfrm>
            <a:off x="382588" y="685800"/>
            <a:ext cx="6092825" cy="3429000"/>
          </a:xfrm>
          <a:solidFill>
            <a:srgbClr val="FFFFFF"/>
          </a:solidFill>
          <a:ln/>
        </p:spPr>
      </p:sp>
      <p:sp>
        <p:nvSpPr>
          <p:cNvPr id="6148" name="Rectangle 2">
            <a:extLst>
              <a:ext uri="{FF2B5EF4-FFF2-40B4-BE49-F238E27FC236}">
                <a16:creationId xmlns:a16="http://schemas.microsoft.com/office/drawing/2014/main" id="{0175D5D2-1D60-E0A7-85D2-314CBFF4A357}"/>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60A4885-266F-4ABE-963D-AB7CF49B7BD9}" type="slidenum">
              <a:rPr lang="en-IN" smtClean="0"/>
              <a:t>11</a:t>
            </a:fld>
            <a:endParaRPr lang="en-IN"/>
          </a:p>
        </p:txBody>
      </p:sp>
    </p:spTree>
    <p:extLst>
      <p:ext uri="{BB962C8B-B14F-4D97-AF65-F5344CB8AC3E}">
        <p14:creationId xmlns:p14="http://schemas.microsoft.com/office/powerpoint/2010/main" val="1948753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398" y="1122363"/>
            <a:ext cx="9143206" cy="2387600"/>
          </a:xfrm>
        </p:spPr>
        <p:txBody>
          <a:bodyPr/>
          <a:lstStyle>
            <a:lvl1pPr algn="ctr">
              <a:defRPr sz="6000"/>
            </a:lvl1pPr>
          </a:lstStyle>
          <a:p>
            <a:r>
              <a:rPr lang="en-US"/>
              <a:t>Click to edit Master title style</a:t>
            </a:r>
          </a:p>
        </p:txBody>
      </p:sp>
      <p:sp>
        <p:nvSpPr>
          <p:cNvPr id="3" name="Subtitle 2"/>
          <p:cNvSpPr>
            <a:spLocks noGrp="1"/>
          </p:cNvSpPr>
          <p:nvPr>
            <p:ph type="subTitle" idx="1"/>
          </p:nvPr>
        </p:nvSpPr>
        <p:spPr>
          <a:xfrm>
            <a:off x="1524398" y="3602038"/>
            <a:ext cx="914320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26">
            <a:extLst>
              <a:ext uri="{FF2B5EF4-FFF2-40B4-BE49-F238E27FC236}">
                <a16:creationId xmlns:a16="http://schemas.microsoft.com/office/drawing/2014/main" id="{0E709FAD-EC57-F048-9FB0-C9F09B9973B6}"/>
              </a:ext>
            </a:extLst>
          </p:cNvPr>
          <p:cNvSpPr>
            <a:spLocks noGrp="1" noChangeArrowheads="1"/>
          </p:cNvSpPr>
          <p:nvPr>
            <p:ph type="ftr" idx="10"/>
          </p:nvPr>
        </p:nvSpPr>
        <p:spPr>
          <a:ln/>
        </p:spPr>
        <p:txBody>
          <a:bodyPr/>
          <a:lstStyle>
            <a:lvl1pPr>
              <a:defRPr/>
            </a:lvl1pPr>
          </a:lstStyle>
          <a:p>
            <a:endParaRPr lang="en-IN"/>
          </a:p>
        </p:txBody>
      </p:sp>
      <p:sp>
        <p:nvSpPr>
          <p:cNvPr id="5" name="Rectangle 27">
            <a:extLst>
              <a:ext uri="{FF2B5EF4-FFF2-40B4-BE49-F238E27FC236}">
                <a16:creationId xmlns:a16="http://schemas.microsoft.com/office/drawing/2014/main" id="{818513D5-548A-3659-AF85-4E38C03DCF0B}"/>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6" name="Rectangle 28">
            <a:extLst>
              <a:ext uri="{FF2B5EF4-FFF2-40B4-BE49-F238E27FC236}">
                <a16:creationId xmlns:a16="http://schemas.microsoft.com/office/drawing/2014/main" id="{83671FA8-9ED6-857A-CE6B-7E79AB5B7074}"/>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3004031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A56C560E-DA3A-FA7C-8073-3F455ABA0B11}"/>
              </a:ext>
            </a:extLst>
          </p:cNvPr>
          <p:cNvSpPr>
            <a:spLocks noGrp="1" noChangeArrowheads="1"/>
          </p:cNvSpPr>
          <p:nvPr>
            <p:ph type="ftr" idx="10"/>
          </p:nvPr>
        </p:nvSpPr>
        <p:spPr>
          <a:ln/>
        </p:spPr>
        <p:txBody>
          <a:bodyPr/>
          <a:lstStyle>
            <a:lvl1pPr>
              <a:defRPr/>
            </a:lvl1pPr>
          </a:lstStyle>
          <a:p>
            <a:endParaRPr lang="en-IN"/>
          </a:p>
        </p:txBody>
      </p:sp>
      <p:sp>
        <p:nvSpPr>
          <p:cNvPr id="5" name="Rectangle 27">
            <a:extLst>
              <a:ext uri="{FF2B5EF4-FFF2-40B4-BE49-F238E27FC236}">
                <a16:creationId xmlns:a16="http://schemas.microsoft.com/office/drawing/2014/main" id="{47F3E049-E562-644F-E574-88B727D0B5FB}"/>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6" name="Rectangle 28">
            <a:extLst>
              <a:ext uri="{FF2B5EF4-FFF2-40B4-BE49-F238E27FC236}">
                <a16:creationId xmlns:a16="http://schemas.microsoft.com/office/drawing/2014/main" id="{E36FE0AF-C505-D0E4-0F37-320DAB080F0C}"/>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1452918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2067" y="1709739"/>
            <a:ext cx="10515163"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2067" y="4589464"/>
            <a:ext cx="105151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6">
            <a:extLst>
              <a:ext uri="{FF2B5EF4-FFF2-40B4-BE49-F238E27FC236}">
                <a16:creationId xmlns:a16="http://schemas.microsoft.com/office/drawing/2014/main" id="{032A0B5B-2BEE-F4A5-92D2-98709F71D92F}"/>
              </a:ext>
            </a:extLst>
          </p:cNvPr>
          <p:cNvSpPr>
            <a:spLocks noGrp="1" noChangeArrowheads="1"/>
          </p:cNvSpPr>
          <p:nvPr>
            <p:ph type="ftr" idx="10"/>
          </p:nvPr>
        </p:nvSpPr>
        <p:spPr>
          <a:ln/>
        </p:spPr>
        <p:txBody>
          <a:bodyPr/>
          <a:lstStyle>
            <a:lvl1pPr>
              <a:defRPr/>
            </a:lvl1pPr>
          </a:lstStyle>
          <a:p>
            <a:endParaRPr lang="en-IN"/>
          </a:p>
        </p:txBody>
      </p:sp>
      <p:sp>
        <p:nvSpPr>
          <p:cNvPr id="5" name="Rectangle 27">
            <a:extLst>
              <a:ext uri="{FF2B5EF4-FFF2-40B4-BE49-F238E27FC236}">
                <a16:creationId xmlns:a16="http://schemas.microsoft.com/office/drawing/2014/main" id="{D85C5B3C-C4D7-2021-B295-84D7F40218E9}"/>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6" name="Rectangle 28">
            <a:extLst>
              <a:ext uri="{FF2B5EF4-FFF2-40B4-BE49-F238E27FC236}">
                <a16:creationId xmlns:a16="http://schemas.microsoft.com/office/drawing/2014/main" id="{0FD58AA0-4CDC-1EB8-CDA4-169AA920D709}"/>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3777620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2810" y="1828801"/>
            <a:ext cx="4724042"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99291" y="1828801"/>
            <a:ext cx="4725631"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6">
            <a:extLst>
              <a:ext uri="{FF2B5EF4-FFF2-40B4-BE49-F238E27FC236}">
                <a16:creationId xmlns:a16="http://schemas.microsoft.com/office/drawing/2014/main" id="{D24976C6-1337-DA8B-F3FD-01ABF27E4E85}"/>
              </a:ext>
            </a:extLst>
          </p:cNvPr>
          <p:cNvSpPr>
            <a:spLocks noGrp="1" noChangeArrowheads="1"/>
          </p:cNvSpPr>
          <p:nvPr>
            <p:ph type="ftr" idx="10"/>
          </p:nvPr>
        </p:nvSpPr>
        <p:spPr>
          <a:ln/>
        </p:spPr>
        <p:txBody>
          <a:bodyPr/>
          <a:lstStyle>
            <a:lvl1pPr>
              <a:defRPr/>
            </a:lvl1pPr>
          </a:lstStyle>
          <a:p>
            <a:endParaRPr lang="en-IN"/>
          </a:p>
        </p:txBody>
      </p:sp>
      <p:sp>
        <p:nvSpPr>
          <p:cNvPr id="6" name="Rectangle 27">
            <a:extLst>
              <a:ext uri="{FF2B5EF4-FFF2-40B4-BE49-F238E27FC236}">
                <a16:creationId xmlns:a16="http://schemas.microsoft.com/office/drawing/2014/main" id="{F2FB6145-2F8C-389E-5BD2-BF4104E3D853}"/>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7" name="Rectangle 28">
            <a:extLst>
              <a:ext uri="{FF2B5EF4-FFF2-40B4-BE49-F238E27FC236}">
                <a16:creationId xmlns:a16="http://schemas.microsoft.com/office/drawing/2014/main" id="{2218634D-87D8-E2D1-6FBC-72D1AED30B5D}"/>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39884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6"/>
            <a:ext cx="10515163" cy="1325563"/>
          </a:xfrm>
        </p:spPr>
        <p:txBody>
          <a:bodyPr/>
          <a:lstStyle/>
          <a:p>
            <a:r>
              <a:rPr lang="en-US"/>
              <a:t>Click to edit Master title style</a:t>
            </a:r>
          </a:p>
        </p:txBody>
      </p:sp>
      <p:sp>
        <p:nvSpPr>
          <p:cNvPr id="3" name="Text Placeholder 2"/>
          <p:cNvSpPr>
            <a:spLocks noGrp="1"/>
          </p:cNvSpPr>
          <p:nvPr>
            <p:ph type="body" idx="1"/>
          </p:nvPr>
        </p:nvSpPr>
        <p:spPr>
          <a:xfrm>
            <a:off x="840007" y="1681163"/>
            <a:ext cx="515754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007" y="2505075"/>
            <a:ext cx="515754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20" y="1681163"/>
            <a:ext cx="51829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20" y="2505075"/>
            <a:ext cx="51829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6">
            <a:extLst>
              <a:ext uri="{FF2B5EF4-FFF2-40B4-BE49-F238E27FC236}">
                <a16:creationId xmlns:a16="http://schemas.microsoft.com/office/drawing/2014/main" id="{7684DD8C-7A4D-21BE-259F-A85BACA474C7}"/>
              </a:ext>
            </a:extLst>
          </p:cNvPr>
          <p:cNvSpPr>
            <a:spLocks noGrp="1" noChangeArrowheads="1"/>
          </p:cNvSpPr>
          <p:nvPr>
            <p:ph type="ftr" idx="10"/>
          </p:nvPr>
        </p:nvSpPr>
        <p:spPr>
          <a:ln/>
        </p:spPr>
        <p:txBody>
          <a:bodyPr/>
          <a:lstStyle>
            <a:lvl1pPr>
              <a:defRPr/>
            </a:lvl1pPr>
          </a:lstStyle>
          <a:p>
            <a:endParaRPr lang="en-IN"/>
          </a:p>
        </p:txBody>
      </p:sp>
      <p:sp>
        <p:nvSpPr>
          <p:cNvPr id="8" name="Rectangle 27">
            <a:extLst>
              <a:ext uri="{FF2B5EF4-FFF2-40B4-BE49-F238E27FC236}">
                <a16:creationId xmlns:a16="http://schemas.microsoft.com/office/drawing/2014/main" id="{34E76714-53D5-BAAC-BC54-95717E36F68D}"/>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9" name="Rectangle 28">
            <a:extLst>
              <a:ext uri="{FF2B5EF4-FFF2-40B4-BE49-F238E27FC236}">
                <a16:creationId xmlns:a16="http://schemas.microsoft.com/office/drawing/2014/main" id="{C1F23838-9820-EF4F-377E-060AC3620617}"/>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3669496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6">
            <a:extLst>
              <a:ext uri="{FF2B5EF4-FFF2-40B4-BE49-F238E27FC236}">
                <a16:creationId xmlns:a16="http://schemas.microsoft.com/office/drawing/2014/main" id="{DB763862-65D1-30E6-DC37-9380FCD81ACC}"/>
              </a:ext>
            </a:extLst>
          </p:cNvPr>
          <p:cNvSpPr>
            <a:spLocks noGrp="1" noChangeArrowheads="1"/>
          </p:cNvSpPr>
          <p:nvPr>
            <p:ph type="ftr" idx="10"/>
          </p:nvPr>
        </p:nvSpPr>
        <p:spPr>
          <a:ln/>
        </p:spPr>
        <p:txBody>
          <a:bodyPr/>
          <a:lstStyle>
            <a:lvl1pPr>
              <a:defRPr/>
            </a:lvl1pPr>
          </a:lstStyle>
          <a:p>
            <a:endParaRPr lang="en-IN"/>
          </a:p>
        </p:txBody>
      </p:sp>
      <p:sp>
        <p:nvSpPr>
          <p:cNvPr id="4" name="Rectangle 27">
            <a:extLst>
              <a:ext uri="{FF2B5EF4-FFF2-40B4-BE49-F238E27FC236}">
                <a16:creationId xmlns:a16="http://schemas.microsoft.com/office/drawing/2014/main" id="{A1401680-4B3D-4501-C005-CBD2B4A32705}"/>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5" name="Rectangle 28">
            <a:extLst>
              <a:ext uri="{FF2B5EF4-FFF2-40B4-BE49-F238E27FC236}">
                <a16:creationId xmlns:a16="http://schemas.microsoft.com/office/drawing/2014/main" id="{B4F72E0B-DDEF-737B-6CA9-E26092725386}"/>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371395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5403F34D-797D-861E-6F8B-6AFC94B3718E}"/>
              </a:ext>
            </a:extLst>
          </p:cNvPr>
          <p:cNvSpPr>
            <a:spLocks noGrp="1" noChangeArrowheads="1"/>
          </p:cNvSpPr>
          <p:nvPr>
            <p:ph type="ftr" idx="10"/>
          </p:nvPr>
        </p:nvSpPr>
        <p:spPr>
          <a:ln/>
        </p:spPr>
        <p:txBody>
          <a:bodyPr/>
          <a:lstStyle>
            <a:lvl1pPr>
              <a:defRPr/>
            </a:lvl1pPr>
          </a:lstStyle>
          <a:p>
            <a:endParaRPr lang="en-IN"/>
          </a:p>
        </p:txBody>
      </p:sp>
      <p:sp>
        <p:nvSpPr>
          <p:cNvPr id="3" name="Rectangle 27">
            <a:extLst>
              <a:ext uri="{FF2B5EF4-FFF2-40B4-BE49-F238E27FC236}">
                <a16:creationId xmlns:a16="http://schemas.microsoft.com/office/drawing/2014/main" id="{A56621A7-4101-F13D-0560-FE57D70181E6}"/>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4" name="Rectangle 28">
            <a:extLst>
              <a:ext uri="{FF2B5EF4-FFF2-40B4-BE49-F238E27FC236}">
                <a16:creationId xmlns:a16="http://schemas.microsoft.com/office/drawing/2014/main" id="{764A7850-D39F-BAFF-BB24-F958664F91C0}"/>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2500831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2950" y="987426"/>
            <a:ext cx="617222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C9423BF1-0BC0-50B9-D5B1-883F46A72DE6}"/>
              </a:ext>
            </a:extLst>
          </p:cNvPr>
          <p:cNvSpPr>
            <a:spLocks noGrp="1" noChangeArrowheads="1"/>
          </p:cNvSpPr>
          <p:nvPr>
            <p:ph type="ftr" idx="10"/>
          </p:nvPr>
        </p:nvSpPr>
        <p:spPr>
          <a:ln/>
        </p:spPr>
        <p:txBody>
          <a:bodyPr/>
          <a:lstStyle>
            <a:lvl1pPr>
              <a:defRPr/>
            </a:lvl1pPr>
          </a:lstStyle>
          <a:p>
            <a:endParaRPr lang="en-IN"/>
          </a:p>
        </p:txBody>
      </p:sp>
      <p:sp>
        <p:nvSpPr>
          <p:cNvPr id="6" name="Rectangle 27">
            <a:extLst>
              <a:ext uri="{FF2B5EF4-FFF2-40B4-BE49-F238E27FC236}">
                <a16:creationId xmlns:a16="http://schemas.microsoft.com/office/drawing/2014/main" id="{F477AA22-C451-AAD6-FB15-27E8B8410274}"/>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7" name="Rectangle 28">
            <a:extLst>
              <a:ext uri="{FF2B5EF4-FFF2-40B4-BE49-F238E27FC236}">
                <a16:creationId xmlns:a16="http://schemas.microsoft.com/office/drawing/2014/main" id="{C96754DE-1700-5589-A93C-6DDFA82B16EF}"/>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1945074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2950" y="987426"/>
            <a:ext cx="617222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2A003B32-CA93-DA14-4DAB-3F93F599A80F}"/>
              </a:ext>
            </a:extLst>
          </p:cNvPr>
          <p:cNvSpPr>
            <a:spLocks noGrp="1" noChangeArrowheads="1"/>
          </p:cNvSpPr>
          <p:nvPr>
            <p:ph type="ftr" idx="10"/>
          </p:nvPr>
        </p:nvSpPr>
        <p:spPr>
          <a:ln/>
        </p:spPr>
        <p:txBody>
          <a:bodyPr/>
          <a:lstStyle>
            <a:lvl1pPr>
              <a:defRPr/>
            </a:lvl1pPr>
          </a:lstStyle>
          <a:p>
            <a:endParaRPr lang="en-IN"/>
          </a:p>
        </p:txBody>
      </p:sp>
      <p:sp>
        <p:nvSpPr>
          <p:cNvPr id="6" name="Rectangle 27">
            <a:extLst>
              <a:ext uri="{FF2B5EF4-FFF2-40B4-BE49-F238E27FC236}">
                <a16:creationId xmlns:a16="http://schemas.microsoft.com/office/drawing/2014/main" id="{AAD20C76-7518-0148-C66A-3C52482D68E7}"/>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7" name="Rectangle 28">
            <a:extLst>
              <a:ext uri="{FF2B5EF4-FFF2-40B4-BE49-F238E27FC236}">
                <a16:creationId xmlns:a16="http://schemas.microsoft.com/office/drawing/2014/main" id="{54F4AD7E-6BCD-CB31-CB51-636FC94E0E80}"/>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1653487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1272533A-3F46-1B61-8204-9996AE07F63B}"/>
              </a:ext>
            </a:extLst>
          </p:cNvPr>
          <p:cNvSpPr>
            <a:spLocks noGrp="1" noChangeArrowheads="1"/>
          </p:cNvSpPr>
          <p:nvPr>
            <p:ph type="ftr" idx="10"/>
          </p:nvPr>
        </p:nvSpPr>
        <p:spPr>
          <a:ln/>
        </p:spPr>
        <p:txBody>
          <a:bodyPr/>
          <a:lstStyle>
            <a:lvl1pPr>
              <a:defRPr/>
            </a:lvl1pPr>
          </a:lstStyle>
          <a:p>
            <a:endParaRPr lang="en-IN"/>
          </a:p>
        </p:txBody>
      </p:sp>
      <p:sp>
        <p:nvSpPr>
          <p:cNvPr id="5" name="Rectangle 27">
            <a:extLst>
              <a:ext uri="{FF2B5EF4-FFF2-40B4-BE49-F238E27FC236}">
                <a16:creationId xmlns:a16="http://schemas.microsoft.com/office/drawing/2014/main" id="{8324083C-A464-AA91-EF5F-22D9AF8B188D}"/>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6" name="Rectangle 28">
            <a:extLst>
              <a:ext uri="{FF2B5EF4-FFF2-40B4-BE49-F238E27FC236}">
                <a16:creationId xmlns:a16="http://schemas.microsoft.com/office/drawing/2014/main" id="{AA5F3123-93AE-4C98-4965-F27A0DC0C06B}"/>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1192767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5585" y="533401"/>
            <a:ext cx="2399337" cy="54848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2810" y="533401"/>
            <a:ext cx="7050336" cy="54848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6A8D6703-483F-B574-F6FF-1160BFA4A6B8}"/>
              </a:ext>
            </a:extLst>
          </p:cNvPr>
          <p:cNvSpPr>
            <a:spLocks noGrp="1" noChangeArrowheads="1"/>
          </p:cNvSpPr>
          <p:nvPr>
            <p:ph type="ftr" idx="10"/>
          </p:nvPr>
        </p:nvSpPr>
        <p:spPr>
          <a:ln/>
        </p:spPr>
        <p:txBody>
          <a:bodyPr/>
          <a:lstStyle>
            <a:lvl1pPr>
              <a:defRPr/>
            </a:lvl1pPr>
          </a:lstStyle>
          <a:p>
            <a:endParaRPr lang="en-IN"/>
          </a:p>
        </p:txBody>
      </p:sp>
      <p:sp>
        <p:nvSpPr>
          <p:cNvPr id="5" name="Rectangle 27">
            <a:extLst>
              <a:ext uri="{FF2B5EF4-FFF2-40B4-BE49-F238E27FC236}">
                <a16:creationId xmlns:a16="http://schemas.microsoft.com/office/drawing/2014/main" id="{F29CAB08-50E7-5AED-FEBD-43C85A45BF1B}"/>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6" name="Rectangle 28">
            <a:extLst>
              <a:ext uri="{FF2B5EF4-FFF2-40B4-BE49-F238E27FC236}">
                <a16:creationId xmlns:a16="http://schemas.microsoft.com/office/drawing/2014/main" id="{A6C88F01-C620-B420-27E9-37D11DC56846}"/>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27184815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D4B39-B1FA-B8E8-E004-6C611EE686F1}"/>
              </a:ext>
            </a:extLst>
          </p:cNvPr>
          <p:cNvSpPr>
            <a:spLocks noGrp="1"/>
          </p:cNvSpPr>
          <p:nvPr>
            <p:ph type="title"/>
          </p:nvPr>
        </p:nvSpPr>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C5F807-E9CB-EE64-E30A-B82FCB73961F}"/>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33ACB9-5B8C-F2EA-EF52-FB61DF92C63D}"/>
              </a:ext>
            </a:extLst>
          </p:cNvPr>
          <p:cNvSpPr>
            <a:spLocks noGrp="1"/>
          </p:cNvSpPr>
          <p:nvPr>
            <p:ph type="dt" sz="half" idx="10"/>
          </p:nvPr>
        </p:nvSpPr>
        <p:spPr/>
        <p:txBody>
          <a:bodyPr/>
          <a:lstStyle/>
          <a:p>
            <a:fld id="{B9A1FAE5-25BA-42EF-A05E-3EB19D94FC0C}" type="datetimeFigureOut">
              <a:rPr lang="en-IN" smtClean="0"/>
              <a:t>09-03-2024</a:t>
            </a:fld>
            <a:endParaRPr lang="en-IN"/>
          </a:p>
        </p:txBody>
      </p:sp>
      <p:sp>
        <p:nvSpPr>
          <p:cNvPr id="5" name="Footer Placeholder 4">
            <a:extLst>
              <a:ext uri="{FF2B5EF4-FFF2-40B4-BE49-F238E27FC236}">
                <a16:creationId xmlns:a16="http://schemas.microsoft.com/office/drawing/2014/main" id="{B6F4847E-4871-B5C1-874F-E631B4CE88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D04A7A-CA9B-952B-1B12-813B6A3FFED7}"/>
              </a:ext>
            </a:extLst>
          </p:cNvPr>
          <p:cNvSpPr>
            <a:spLocks noGrp="1"/>
          </p:cNvSpPr>
          <p:nvPr>
            <p:ph type="sldNum" sz="quarter" idx="12"/>
          </p:nvPr>
        </p:nvSpPr>
        <p:spPr/>
        <p:txBody>
          <a:bodyPr/>
          <a:lstStyle/>
          <a:p>
            <a:fld id="{F80EA9E4-3FD8-4BE3-A25E-0E24B5A7D741}" type="slidenum">
              <a:rPr lang="en-IN" smtClean="0"/>
              <a:t>‹#›</a:t>
            </a:fld>
            <a:endParaRPr lang="en-IN"/>
          </a:p>
        </p:txBody>
      </p:sp>
    </p:spTree>
    <p:extLst>
      <p:ext uri="{BB962C8B-B14F-4D97-AF65-F5344CB8AC3E}">
        <p14:creationId xmlns:p14="http://schemas.microsoft.com/office/powerpoint/2010/main" val="37907866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398" y="1122363"/>
            <a:ext cx="9143206" cy="2387600"/>
          </a:xfrm>
        </p:spPr>
        <p:txBody>
          <a:bodyPr/>
          <a:lstStyle>
            <a:lvl1pPr algn="ctr">
              <a:defRPr sz="6000"/>
            </a:lvl1pPr>
          </a:lstStyle>
          <a:p>
            <a:r>
              <a:rPr lang="en-US"/>
              <a:t>Click to edit Master title style</a:t>
            </a:r>
          </a:p>
        </p:txBody>
      </p:sp>
      <p:sp>
        <p:nvSpPr>
          <p:cNvPr id="3" name="Subtitle 2"/>
          <p:cNvSpPr>
            <a:spLocks noGrp="1"/>
          </p:cNvSpPr>
          <p:nvPr>
            <p:ph type="subTitle" idx="1"/>
          </p:nvPr>
        </p:nvSpPr>
        <p:spPr>
          <a:xfrm>
            <a:off x="1524398" y="3602038"/>
            <a:ext cx="914320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26">
            <a:extLst>
              <a:ext uri="{FF2B5EF4-FFF2-40B4-BE49-F238E27FC236}">
                <a16:creationId xmlns:a16="http://schemas.microsoft.com/office/drawing/2014/main" id="{960FB90F-A70D-B3CE-03D6-D564E2B2F5A7}"/>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3650593E-F57F-CDCF-0C51-1EA33F6B8547}"/>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CFFF968D-5C87-5C34-CDAF-8BB3B6AC1EF8}"/>
              </a:ext>
            </a:extLst>
          </p:cNvPr>
          <p:cNvSpPr>
            <a:spLocks noGrp="1" noChangeArrowheads="1"/>
          </p:cNvSpPr>
          <p:nvPr>
            <p:ph type="sldNum" idx="12"/>
          </p:nvPr>
        </p:nvSpPr>
        <p:spPr>
          <a:ln/>
        </p:spPr>
        <p:txBody>
          <a:bodyPr/>
          <a:lstStyle>
            <a:lvl1pPr>
              <a:defRPr/>
            </a:lvl1pPr>
          </a:lstStyle>
          <a:p>
            <a:fld id="{8C00EE43-75E0-4729-837B-F3E549A6C14B}" type="slidenum">
              <a:rPr lang="en-US" altLang="en-US"/>
              <a:pPr/>
              <a:t>‹#›</a:t>
            </a:fld>
            <a:endParaRPr lang="en-US" altLang="en-US"/>
          </a:p>
        </p:txBody>
      </p:sp>
    </p:spTree>
    <p:extLst>
      <p:ext uri="{BB962C8B-B14F-4D97-AF65-F5344CB8AC3E}">
        <p14:creationId xmlns:p14="http://schemas.microsoft.com/office/powerpoint/2010/main" val="33911534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90B1AB32-10BD-721F-C9AE-D746A4B04FA9}"/>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7FFB3B1C-D9BA-31D8-A6CB-E8E15EFA137E}"/>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A8C971D1-6155-121E-22FE-C545E78F2790}"/>
              </a:ext>
            </a:extLst>
          </p:cNvPr>
          <p:cNvSpPr>
            <a:spLocks noGrp="1" noChangeArrowheads="1"/>
          </p:cNvSpPr>
          <p:nvPr>
            <p:ph type="sldNum" idx="12"/>
          </p:nvPr>
        </p:nvSpPr>
        <p:spPr>
          <a:ln/>
        </p:spPr>
        <p:txBody>
          <a:bodyPr/>
          <a:lstStyle>
            <a:lvl1pPr>
              <a:defRPr/>
            </a:lvl1pPr>
          </a:lstStyle>
          <a:p>
            <a:fld id="{404B2006-0F11-4221-9C6B-F22478E4E6C0}" type="slidenum">
              <a:rPr lang="en-US" altLang="en-US"/>
              <a:pPr/>
              <a:t>‹#›</a:t>
            </a:fld>
            <a:endParaRPr lang="en-US" altLang="en-US"/>
          </a:p>
        </p:txBody>
      </p:sp>
    </p:spTree>
    <p:extLst>
      <p:ext uri="{BB962C8B-B14F-4D97-AF65-F5344CB8AC3E}">
        <p14:creationId xmlns:p14="http://schemas.microsoft.com/office/powerpoint/2010/main" val="34854885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2067" y="1709739"/>
            <a:ext cx="10515163"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2067" y="4589464"/>
            <a:ext cx="105151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6">
            <a:extLst>
              <a:ext uri="{FF2B5EF4-FFF2-40B4-BE49-F238E27FC236}">
                <a16:creationId xmlns:a16="http://schemas.microsoft.com/office/drawing/2014/main" id="{B66418AE-07C7-C2FC-DE3A-86080D45FBAB}"/>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D2128455-7B9D-388A-CCC7-E0EC2B232DB1}"/>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7CDD149B-8888-32A1-F74D-9A0D43FD5EC7}"/>
              </a:ext>
            </a:extLst>
          </p:cNvPr>
          <p:cNvSpPr>
            <a:spLocks noGrp="1" noChangeArrowheads="1"/>
          </p:cNvSpPr>
          <p:nvPr>
            <p:ph type="sldNum" idx="12"/>
          </p:nvPr>
        </p:nvSpPr>
        <p:spPr>
          <a:ln/>
        </p:spPr>
        <p:txBody>
          <a:bodyPr/>
          <a:lstStyle>
            <a:lvl1pPr>
              <a:defRPr/>
            </a:lvl1pPr>
          </a:lstStyle>
          <a:p>
            <a:fld id="{9CB5025B-85D4-4ACA-A042-BA8DF4DCF85C}" type="slidenum">
              <a:rPr lang="en-US" altLang="en-US"/>
              <a:pPr/>
              <a:t>‹#›</a:t>
            </a:fld>
            <a:endParaRPr lang="en-US" altLang="en-US"/>
          </a:p>
        </p:txBody>
      </p:sp>
    </p:spTree>
    <p:extLst>
      <p:ext uri="{BB962C8B-B14F-4D97-AF65-F5344CB8AC3E}">
        <p14:creationId xmlns:p14="http://schemas.microsoft.com/office/powerpoint/2010/main" val="42059298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2810" y="1828801"/>
            <a:ext cx="4724042"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99291" y="1828801"/>
            <a:ext cx="4725631"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6">
            <a:extLst>
              <a:ext uri="{FF2B5EF4-FFF2-40B4-BE49-F238E27FC236}">
                <a16:creationId xmlns:a16="http://schemas.microsoft.com/office/drawing/2014/main" id="{2CB81F9C-94E6-557F-0844-3903F101FF31}"/>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03FB7798-9CD5-5966-C126-9CAD718ACF30}"/>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F937FBD7-F494-141D-CC30-F35BF8610159}"/>
              </a:ext>
            </a:extLst>
          </p:cNvPr>
          <p:cNvSpPr>
            <a:spLocks noGrp="1" noChangeArrowheads="1"/>
          </p:cNvSpPr>
          <p:nvPr>
            <p:ph type="sldNum" idx="12"/>
          </p:nvPr>
        </p:nvSpPr>
        <p:spPr>
          <a:ln/>
        </p:spPr>
        <p:txBody>
          <a:bodyPr/>
          <a:lstStyle>
            <a:lvl1pPr>
              <a:defRPr/>
            </a:lvl1pPr>
          </a:lstStyle>
          <a:p>
            <a:fld id="{036F37E7-F73F-4B4D-AF0B-8AC284BDC046}" type="slidenum">
              <a:rPr lang="en-US" altLang="en-US"/>
              <a:pPr/>
              <a:t>‹#›</a:t>
            </a:fld>
            <a:endParaRPr lang="en-US" altLang="en-US"/>
          </a:p>
        </p:txBody>
      </p:sp>
    </p:spTree>
    <p:extLst>
      <p:ext uri="{BB962C8B-B14F-4D97-AF65-F5344CB8AC3E}">
        <p14:creationId xmlns:p14="http://schemas.microsoft.com/office/powerpoint/2010/main" val="22658607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6"/>
            <a:ext cx="10515163" cy="1325563"/>
          </a:xfrm>
        </p:spPr>
        <p:txBody>
          <a:bodyPr/>
          <a:lstStyle/>
          <a:p>
            <a:r>
              <a:rPr lang="en-US"/>
              <a:t>Click to edit Master title style</a:t>
            </a:r>
          </a:p>
        </p:txBody>
      </p:sp>
      <p:sp>
        <p:nvSpPr>
          <p:cNvPr id="3" name="Text Placeholder 2"/>
          <p:cNvSpPr>
            <a:spLocks noGrp="1"/>
          </p:cNvSpPr>
          <p:nvPr>
            <p:ph type="body" idx="1"/>
          </p:nvPr>
        </p:nvSpPr>
        <p:spPr>
          <a:xfrm>
            <a:off x="840007" y="1681163"/>
            <a:ext cx="515754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007" y="2505075"/>
            <a:ext cx="515754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20" y="1681163"/>
            <a:ext cx="51829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20" y="2505075"/>
            <a:ext cx="51829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6">
            <a:extLst>
              <a:ext uri="{FF2B5EF4-FFF2-40B4-BE49-F238E27FC236}">
                <a16:creationId xmlns:a16="http://schemas.microsoft.com/office/drawing/2014/main" id="{BF0BFBBF-048D-A0FA-0085-C46FB368165A}"/>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8" name="Rectangle 27">
            <a:extLst>
              <a:ext uri="{FF2B5EF4-FFF2-40B4-BE49-F238E27FC236}">
                <a16:creationId xmlns:a16="http://schemas.microsoft.com/office/drawing/2014/main" id="{3AB9956A-678C-2E67-7553-7854131767BB}"/>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9" name="Rectangle 28">
            <a:extLst>
              <a:ext uri="{FF2B5EF4-FFF2-40B4-BE49-F238E27FC236}">
                <a16:creationId xmlns:a16="http://schemas.microsoft.com/office/drawing/2014/main" id="{E7877FBA-43C5-00DA-A673-B7B34E633FB5}"/>
              </a:ext>
            </a:extLst>
          </p:cNvPr>
          <p:cNvSpPr>
            <a:spLocks noGrp="1" noChangeArrowheads="1"/>
          </p:cNvSpPr>
          <p:nvPr>
            <p:ph type="sldNum" idx="12"/>
          </p:nvPr>
        </p:nvSpPr>
        <p:spPr>
          <a:ln/>
        </p:spPr>
        <p:txBody>
          <a:bodyPr/>
          <a:lstStyle>
            <a:lvl1pPr>
              <a:defRPr/>
            </a:lvl1pPr>
          </a:lstStyle>
          <a:p>
            <a:fld id="{C10B82B6-AB12-42B4-BDB7-EF7E17B83925}" type="slidenum">
              <a:rPr lang="en-US" altLang="en-US"/>
              <a:pPr/>
              <a:t>‹#›</a:t>
            </a:fld>
            <a:endParaRPr lang="en-US" altLang="en-US"/>
          </a:p>
        </p:txBody>
      </p:sp>
    </p:spTree>
    <p:extLst>
      <p:ext uri="{BB962C8B-B14F-4D97-AF65-F5344CB8AC3E}">
        <p14:creationId xmlns:p14="http://schemas.microsoft.com/office/powerpoint/2010/main" val="40011186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6">
            <a:extLst>
              <a:ext uri="{FF2B5EF4-FFF2-40B4-BE49-F238E27FC236}">
                <a16:creationId xmlns:a16="http://schemas.microsoft.com/office/drawing/2014/main" id="{EB087016-AE41-6DED-07E9-250A62084C57}"/>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4" name="Rectangle 27">
            <a:extLst>
              <a:ext uri="{FF2B5EF4-FFF2-40B4-BE49-F238E27FC236}">
                <a16:creationId xmlns:a16="http://schemas.microsoft.com/office/drawing/2014/main" id="{85DF6ED5-00A1-30B6-C672-D8E030B43E6F}"/>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5" name="Rectangle 28">
            <a:extLst>
              <a:ext uri="{FF2B5EF4-FFF2-40B4-BE49-F238E27FC236}">
                <a16:creationId xmlns:a16="http://schemas.microsoft.com/office/drawing/2014/main" id="{F2BAB7B7-7B25-6640-B465-F0CC7E00D6DD}"/>
              </a:ext>
            </a:extLst>
          </p:cNvPr>
          <p:cNvSpPr>
            <a:spLocks noGrp="1" noChangeArrowheads="1"/>
          </p:cNvSpPr>
          <p:nvPr>
            <p:ph type="sldNum" idx="12"/>
          </p:nvPr>
        </p:nvSpPr>
        <p:spPr>
          <a:ln/>
        </p:spPr>
        <p:txBody>
          <a:bodyPr/>
          <a:lstStyle>
            <a:lvl1pPr>
              <a:defRPr/>
            </a:lvl1pPr>
          </a:lstStyle>
          <a:p>
            <a:fld id="{12DE6551-5B81-4BDA-BB14-2916284A40C6}" type="slidenum">
              <a:rPr lang="en-US" altLang="en-US"/>
              <a:pPr/>
              <a:t>‹#›</a:t>
            </a:fld>
            <a:endParaRPr lang="en-US" altLang="en-US"/>
          </a:p>
        </p:txBody>
      </p:sp>
    </p:spTree>
    <p:extLst>
      <p:ext uri="{BB962C8B-B14F-4D97-AF65-F5344CB8AC3E}">
        <p14:creationId xmlns:p14="http://schemas.microsoft.com/office/powerpoint/2010/main" val="27920272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099C80AC-CC67-2E36-C085-5F6DFD5A86A4}"/>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3" name="Rectangle 27">
            <a:extLst>
              <a:ext uri="{FF2B5EF4-FFF2-40B4-BE49-F238E27FC236}">
                <a16:creationId xmlns:a16="http://schemas.microsoft.com/office/drawing/2014/main" id="{150E3306-C559-434D-5721-C54FE11CBADC}"/>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4" name="Rectangle 28">
            <a:extLst>
              <a:ext uri="{FF2B5EF4-FFF2-40B4-BE49-F238E27FC236}">
                <a16:creationId xmlns:a16="http://schemas.microsoft.com/office/drawing/2014/main" id="{C3FD22F5-59EF-80E1-5518-AC6D59E41A2F}"/>
              </a:ext>
            </a:extLst>
          </p:cNvPr>
          <p:cNvSpPr>
            <a:spLocks noGrp="1" noChangeArrowheads="1"/>
          </p:cNvSpPr>
          <p:nvPr>
            <p:ph type="sldNum" idx="12"/>
          </p:nvPr>
        </p:nvSpPr>
        <p:spPr>
          <a:ln/>
        </p:spPr>
        <p:txBody>
          <a:bodyPr/>
          <a:lstStyle>
            <a:lvl1pPr>
              <a:defRPr/>
            </a:lvl1pPr>
          </a:lstStyle>
          <a:p>
            <a:fld id="{2AC61683-3246-409B-9C0F-64F5BD1A8B06}" type="slidenum">
              <a:rPr lang="en-US" altLang="en-US"/>
              <a:pPr/>
              <a:t>‹#›</a:t>
            </a:fld>
            <a:endParaRPr lang="en-US" altLang="en-US"/>
          </a:p>
        </p:txBody>
      </p:sp>
    </p:spTree>
    <p:extLst>
      <p:ext uri="{BB962C8B-B14F-4D97-AF65-F5344CB8AC3E}">
        <p14:creationId xmlns:p14="http://schemas.microsoft.com/office/powerpoint/2010/main" val="32468114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2950" y="987426"/>
            <a:ext cx="617222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DA83AA78-4E27-79A5-072D-E7BE5183AA92}"/>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87A022F3-50E3-31A1-2CC5-2912CB12CBF3}"/>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92D5E035-FF41-B290-5EF8-B6F8475767A5}"/>
              </a:ext>
            </a:extLst>
          </p:cNvPr>
          <p:cNvSpPr>
            <a:spLocks noGrp="1" noChangeArrowheads="1"/>
          </p:cNvSpPr>
          <p:nvPr>
            <p:ph type="sldNum" idx="12"/>
          </p:nvPr>
        </p:nvSpPr>
        <p:spPr>
          <a:ln/>
        </p:spPr>
        <p:txBody>
          <a:bodyPr/>
          <a:lstStyle>
            <a:lvl1pPr>
              <a:defRPr/>
            </a:lvl1pPr>
          </a:lstStyle>
          <a:p>
            <a:fld id="{738C6CB5-84D1-4884-8159-9F51C4463500}" type="slidenum">
              <a:rPr lang="en-US" altLang="en-US"/>
              <a:pPr/>
              <a:t>‹#›</a:t>
            </a:fld>
            <a:endParaRPr lang="en-US" altLang="en-US"/>
          </a:p>
        </p:txBody>
      </p:sp>
    </p:spTree>
    <p:extLst>
      <p:ext uri="{BB962C8B-B14F-4D97-AF65-F5344CB8AC3E}">
        <p14:creationId xmlns:p14="http://schemas.microsoft.com/office/powerpoint/2010/main" val="21758398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2950" y="987426"/>
            <a:ext cx="617222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8423FD93-8F09-06A8-5587-1A8ACCC716A0}"/>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80F37EF2-FA55-69AB-13F8-4452D7A1EBDA}"/>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8F4EC2D9-32F8-07A4-BC30-5B774B3F3ED5}"/>
              </a:ext>
            </a:extLst>
          </p:cNvPr>
          <p:cNvSpPr>
            <a:spLocks noGrp="1" noChangeArrowheads="1"/>
          </p:cNvSpPr>
          <p:nvPr>
            <p:ph type="sldNum" idx="12"/>
          </p:nvPr>
        </p:nvSpPr>
        <p:spPr>
          <a:ln/>
        </p:spPr>
        <p:txBody>
          <a:bodyPr/>
          <a:lstStyle>
            <a:lvl1pPr>
              <a:defRPr/>
            </a:lvl1pPr>
          </a:lstStyle>
          <a:p>
            <a:fld id="{931031A7-FDF9-46CB-AAD3-FC0A3E7B3BA9}" type="slidenum">
              <a:rPr lang="en-US" altLang="en-US"/>
              <a:pPr/>
              <a:t>‹#›</a:t>
            </a:fld>
            <a:endParaRPr lang="en-US" altLang="en-US"/>
          </a:p>
        </p:txBody>
      </p:sp>
    </p:spTree>
    <p:extLst>
      <p:ext uri="{BB962C8B-B14F-4D97-AF65-F5344CB8AC3E}">
        <p14:creationId xmlns:p14="http://schemas.microsoft.com/office/powerpoint/2010/main" val="17152382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F735F347-08AE-E1D4-AB17-26BFC37FDA95}"/>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F6592057-F802-D342-0836-C6C213109315}"/>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2B83D262-50E6-113B-4E57-A62822ACD64C}"/>
              </a:ext>
            </a:extLst>
          </p:cNvPr>
          <p:cNvSpPr>
            <a:spLocks noGrp="1" noChangeArrowheads="1"/>
          </p:cNvSpPr>
          <p:nvPr>
            <p:ph type="sldNum" idx="12"/>
          </p:nvPr>
        </p:nvSpPr>
        <p:spPr>
          <a:ln/>
        </p:spPr>
        <p:txBody>
          <a:bodyPr/>
          <a:lstStyle>
            <a:lvl1pPr>
              <a:defRPr/>
            </a:lvl1pPr>
          </a:lstStyle>
          <a:p>
            <a:fld id="{EE91DF46-B1F0-4614-8CF9-1BDCAAD6D564}" type="slidenum">
              <a:rPr lang="en-US" altLang="en-US"/>
              <a:pPr/>
              <a:t>‹#›</a:t>
            </a:fld>
            <a:endParaRPr lang="en-US" altLang="en-US"/>
          </a:p>
        </p:txBody>
      </p:sp>
    </p:spTree>
    <p:extLst>
      <p:ext uri="{BB962C8B-B14F-4D97-AF65-F5344CB8AC3E}">
        <p14:creationId xmlns:p14="http://schemas.microsoft.com/office/powerpoint/2010/main" val="29381137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5585" y="533401"/>
            <a:ext cx="2399337" cy="54848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2810" y="533401"/>
            <a:ext cx="7050336" cy="54848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7B51ED5D-DE09-8930-1C58-D58C8EB5631F}"/>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BF8D74A2-94AA-408C-CBC2-4973358322D4}"/>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38F24355-1EC8-D86A-65A2-FC69DD5EF6CC}"/>
              </a:ext>
            </a:extLst>
          </p:cNvPr>
          <p:cNvSpPr>
            <a:spLocks noGrp="1" noChangeArrowheads="1"/>
          </p:cNvSpPr>
          <p:nvPr>
            <p:ph type="sldNum" idx="12"/>
          </p:nvPr>
        </p:nvSpPr>
        <p:spPr>
          <a:ln/>
        </p:spPr>
        <p:txBody>
          <a:bodyPr/>
          <a:lstStyle>
            <a:lvl1pPr>
              <a:defRPr/>
            </a:lvl1pPr>
          </a:lstStyle>
          <a:p>
            <a:fld id="{90831423-0772-4CF3-8045-074611C29654}" type="slidenum">
              <a:rPr lang="en-US" altLang="en-US"/>
              <a:pPr/>
              <a:t>‹#›</a:t>
            </a:fld>
            <a:endParaRPr lang="en-US" altLang="en-US"/>
          </a:p>
        </p:txBody>
      </p:sp>
    </p:spTree>
    <p:extLst>
      <p:ext uri="{BB962C8B-B14F-4D97-AF65-F5344CB8AC3E}">
        <p14:creationId xmlns:p14="http://schemas.microsoft.com/office/powerpoint/2010/main" val="21692013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398" y="1122363"/>
            <a:ext cx="9143206" cy="2387600"/>
          </a:xfrm>
        </p:spPr>
        <p:txBody>
          <a:bodyPr/>
          <a:lstStyle>
            <a:lvl1pPr algn="ctr">
              <a:defRPr sz="6000"/>
            </a:lvl1pPr>
          </a:lstStyle>
          <a:p>
            <a:r>
              <a:rPr lang="en-US"/>
              <a:t>Click to edit Master title style</a:t>
            </a:r>
          </a:p>
        </p:txBody>
      </p:sp>
      <p:sp>
        <p:nvSpPr>
          <p:cNvPr id="3" name="Subtitle 2"/>
          <p:cNvSpPr>
            <a:spLocks noGrp="1"/>
          </p:cNvSpPr>
          <p:nvPr>
            <p:ph type="subTitle" idx="1"/>
          </p:nvPr>
        </p:nvSpPr>
        <p:spPr>
          <a:xfrm>
            <a:off x="1524398" y="3602038"/>
            <a:ext cx="914320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26">
            <a:extLst>
              <a:ext uri="{FF2B5EF4-FFF2-40B4-BE49-F238E27FC236}">
                <a16:creationId xmlns:a16="http://schemas.microsoft.com/office/drawing/2014/main" id="{FE5EF4B6-8A22-95F1-75F9-F4487AADFE8B}"/>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1DCA04FD-D77C-ED7A-A8E2-8CE71011C8FD}"/>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8584E575-158F-4303-81D8-A015FABF625A}"/>
              </a:ext>
            </a:extLst>
          </p:cNvPr>
          <p:cNvSpPr>
            <a:spLocks noGrp="1" noChangeArrowheads="1"/>
          </p:cNvSpPr>
          <p:nvPr>
            <p:ph type="sldNum" idx="12"/>
          </p:nvPr>
        </p:nvSpPr>
        <p:spPr>
          <a:ln/>
        </p:spPr>
        <p:txBody>
          <a:bodyPr/>
          <a:lstStyle>
            <a:lvl1pPr>
              <a:defRPr/>
            </a:lvl1pPr>
          </a:lstStyle>
          <a:p>
            <a:fld id="{89ED5C39-8533-4323-B228-9E014D34CA0A}" type="slidenum">
              <a:rPr lang="en-US" altLang="en-US"/>
              <a:pPr/>
              <a:t>‹#›</a:t>
            </a:fld>
            <a:endParaRPr lang="en-US" altLang="en-US"/>
          </a:p>
        </p:txBody>
      </p:sp>
    </p:spTree>
    <p:extLst>
      <p:ext uri="{BB962C8B-B14F-4D97-AF65-F5344CB8AC3E}">
        <p14:creationId xmlns:p14="http://schemas.microsoft.com/office/powerpoint/2010/main" val="2120036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A2CE84FB-1D36-BE83-A8F6-B977B7DC8359}"/>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A1F09421-1BE9-3AE5-8751-E2A92B7C49FE}"/>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8DEB8FB3-6A6F-1370-5194-CE2FB4BB6AFF}"/>
              </a:ext>
            </a:extLst>
          </p:cNvPr>
          <p:cNvSpPr>
            <a:spLocks noGrp="1" noChangeArrowheads="1"/>
          </p:cNvSpPr>
          <p:nvPr>
            <p:ph type="sldNum" idx="12"/>
          </p:nvPr>
        </p:nvSpPr>
        <p:spPr>
          <a:ln/>
        </p:spPr>
        <p:txBody>
          <a:bodyPr/>
          <a:lstStyle>
            <a:lvl1pPr>
              <a:defRPr/>
            </a:lvl1pPr>
          </a:lstStyle>
          <a:p>
            <a:fld id="{00EC09E8-4FAF-4F7A-83B8-A5B19C1DBDFD}" type="slidenum">
              <a:rPr lang="en-US" altLang="en-US"/>
              <a:pPr/>
              <a:t>‹#›</a:t>
            </a:fld>
            <a:endParaRPr lang="en-US" altLang="en-US"/>
          </a:p>
        </p:txBody>
      </p:sp>
    </p:spTree>
    <p:extLst>
      <p:ext uri="{BB962C8B-B14F-4D97-AF65-F5344CB8AC3E}">
        <p14:creationId xmlns:p14="http://schemas.microsoft.com/office/powerpoint/2010/main" val="38687162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2067" y="1709739"/>
            <a:ext cx="10515163"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2067" y="4589464"/>
            <a:ext cx="105151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6">
            <a:extLst>
              <a:ext uri="{FF2B5EF4-FFF2-40B4-BE49-F238E27FC236}">
                <a16:creationId xmlns:a16="http://schemas.microsoft.com/office/drawing/2014/main" id="{2F1F611C-5B0C-864E-9657-492916E9CF8F}"/>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D2C28C48-971D-1663-80D5-0D3EB58B1514}"/>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47DEF710-C243-C270-0668-76E374D1EF2F}"/>
              </a:ext>
            </a:extLst>
          </p:cNvPr>
          <p:cNvSpPr>
            <a:spLocks noGrp="1" noChangeArrowheads="1"/>
          </p:cNvSpPr>
          <p:nvPr>
            <p:ph type="sldNum" idx="12"/>
          </p:nvPr>
        </p:nvSpPr>
        <p:spPr>
          <a:ln/>
        </p:spPr>
        <p:txBody>
          <a:bodyPr/>
          <a:lstStyle>
            <a:lvl1pPr>
              <a:defRPr/>
            </a:lvl1pPr>
          </a:lstStyle>
          <a:p>
            <a:fld id="{66D65421-601C-4761-909C-637ACD01668F}" type="slidenum">
              <a:rPr lang="en-US" altLang="en-US"/>
              <a:pPr/>
              <a:t>‹#›</a:t>
            </a:fld>
            <a:endParaRPr lang="en-US" altLang="en-US"/>
          </a:p>
        </p:txBody>
      </p:sp>
    </p:spTree>
    <p:extLst>
      <p:ext uri="{BB962C8B-B14F-4D97-AF65-F5344CB8AC3E}">
        <p14:creationId xmlns:p14="http://schemas.microsoft.com/office/powerpoint/2010/main" val="28214875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2810" y="1828801"/>
            <a:ext cx="4724042"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99291" y="1828801"/>
            <a:ext cx="4725631"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6">
            <a:extLst>
              <a:ext uri="{FF2B5EF4-FFF2-40B4-BE49-F238E27FC236}">
                <a16:creationId xmlns:a16="http://schemas.microsoft.com/office/drawing/2014/main" id="{1536C5C1-F3D0-E6D0-0A0D-C0E083ED47EE}"/>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0D3027E6-21C6-88C7-A055-9D3DA1986ACF}"/>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621FCD13-7E66-F169-85E8-44FB632866C3}"/>
              </a:ext>
            </a:extLst>
          </p:cNvPr>
          <p:cNvSpPr>
            <a:spLocks noGrp="1" noChangeArrowheads="1"/>
          </p:cNvSpPr>
          <p:nvPr>
            <p:ph type="sldNum" idx="12"/>
          </p:nvPr>
        </p:nvSpPr>
        <p:spPr>
          <a:ln/>
        </p:spPr>
        <p:txBody>
          <a:bodyPr/>
          <a:lstStyle>
            <a:lvl1pPr>
              <a:defRPr/>
            </a:lvl1pPr>
          </a:lstStyle>
          <a:p>
            <a:fld id="{AB292B70-821F-4C70-90E3-E54D28EDB72B}" type="slidenum">
              <a:rPr lang="en-US" altLang="en-US"/>
              <a:pPr/>
              <a:t>‹#›</a:t>
            </a:fld>
            <a:endParaRPr lang="en-US" altLang="en-US"/>
          </a:p>
        </p:txBody>
      </p:sp>
    </p:spTree>
    <p:extLst>
      <p:ext uri="{BB962C8B-B14F-4D97-AF65-F5344CB8AC3E}">
        <p14:creationId xmlns:p14="http://schemas.microsoft.com/office/powerpoint/2010/main" val="10928994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6"/>
            <a:ext cx="10515163" cy="1325563"/>
          </a:xfrm>
        </p:spPr>
        <p:txBody>
          <a:bodyPr/>
          <a:lstStyle/>
          <a:p>
            <a:r>
              <a:rPr lang="en-US"/>
              <a:t>Click to edit Master title style</a:t>
            </a:r>
          </a:p>
        </p:txBody>
      </p:sp>
      <p:sp>
        <p:nvSpPr>
          <p:cNvPr id="3" name="Text Placeholder 2"/>
          <p:cNvSpPr>
            <a:spLocks noGrp="1"/>
          </p:cNvSpPr>
          <p:nvPr>
            <p:ph type="body" idx="1"/>
          </p:nvPr>
        </p:nvSpPr>
        <p:spPr>
          <a:xfrm>
            <a:off x="840007" y="1681163"/>
            <a:ext cx="515754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007" y="2505075"/>
            <a:ext cx="515754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20" y="1681163"/>
            <a:ext cx="51829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20" y="2505075"/>
            <a:ext cx="51829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6">
            <a:extLst>
              <a:ext uri="{FF2B5EF4-FFF2-40B4-BE49-F238E27FC236}">
                <a16:creationId xmlns:a16="http://schemas.microsoft.com/office/drawing/2014/main" id="{07445CE1-4F67-BCF6-77BA-FC64EF26AC6E}"/>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8" name="Rectangle 27">
            <a:extLst>
              <a:ext uri="{FF2B5EF4-FFF2-40B4-BE49-F238E27FC236}">
                <a16:creationId xmlns:a16="http://schemas.microsoft.com/office/drawing/2014/main" id="{9662ABF7-BB01-F32E-13B5-61326F9BB8DF}"/>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9" name="Rectangle 28">
            <a:extLst>
              <a:ext uri="{FF2B5EF4-FFF2-40B4-BE49-F238E27FC236}">
                <a16:creationId xmlns:a16="http://schemas.microsoft.com/office/drawing/2014/main" id="{2B7D96A4-E774-790A-544C-A7D59B054463}"/>
              </a:ext>
            </a:extLst>
          </p:cNvPr>
          <p:cNvSpPr>
            <a:spLocks noGrp="1" noChangeArrowheads="1"/>
          </p:cNvSpPr>
          <p:nvPr>
            <p:ph type="sldNum" idx="12"/>
          </p:nvPr>
        </p:nvSpPr>
        <p:spPr>
          <a:ln/>
        </p:spPr>
        <p:txBody>
          <a:bodyPr/>
          <a:lstStyle>
            <a:lvl1pPr>
              <a:defRPr/>
            </a:lvl1pPr>
          </a:lstStyle>
          <a:p>
            <a:fld id="{E47455A2-7687-42CC-9A25-72021C9E4758}" type="slidenum">
              <a:rPr lang="en-US" altLang="en-US"/>
              <a:pPr/>
              <a:t>‹#›</a:t>
            </a:fld>
            <a:endParaRPr lang="en-US" altLang="en-US"/>
          </a:p>
        </p:txBody>
      </p:sp>
    </p:spTree>
    <p:extLst>
      <p:ext uri="{BB962C8B-B14F-4D97-AF65-F5344CB8AC3E}">
        <p14:creationId xmlns:p14="http://schemas.microsoft.com/office/powerpoint/2010/main" val="10619999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6">
            <a:extLst>
              <a:ext uri="{FF2B5EF4-FFF2-40B4-BE49-F238E27FC236}">
                <a16:creationId xmlns:a16="http://schemas.microsoft.com/office/drawing/2014/main" id="{9198E62E-B03B-C325-476F-B7C6BE7BF73B}"/>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4" name="Rectangle 27">
            <a:extLst>
              <a:ext uri="{FF2B5EF4-FFF2-40B4-BE49-F238E27FC236}">
                <a16:creationId xmlns:a16="http://schemas.microsoft.com/office/drawing/2014/main" id="{A051196C-B5CC-C527-087B-E26234745661}"/>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5" name="Rectangle 28">
            <a:extLst>
              <a:ext uri="{FF2B5EF4-FFF2-40B4-BE49-F238E27FC236}">
                <a16:creationId xmlns:a16="http://schemas.microsoft.com/office/drawing/2014/main" id="{962DCA64-FB43-3FE5-9335-E247C1937CB8}"/>
              </a:ext>
            </a:extLst>
          </p:cNvPr>
          <p:cNvSpPr>
            <a:spLocks noGrp="1" noChangeArrowheads="1"/>
          </p:cNvSpPr>
          <p:nvPr>
            <p:ph type="sldNum" idx="12"/>
          </p:nvPr>
        </p:nvSpPr>
        <p:spPr>
          <a:ln/>
        </p:spPr>
        <p:txBody>
          <a:bodyPr/>
          <a:lstStyle>
            <a:lvl1pPr>
              <a:defRPr/>
            </a:lvl1pPr>
          </a:lstStyle>
          <a:p>
            <a:fld id="{9E0049D3-CDAA-4B70-A53F-69244487B332}" type="slidenum">
              <a:rPr lang="en-US" altLang="en-US"/>
              <a:pPr/>
              <a:t>‹#›</a:t>
            </a:fld>
            <a:endParaRPr lang="en-US" altLang="en-US"/>
          </a:p>
        </p:txBody>
      </p:sp>
    </p:spTree>
    <p:extLst>
      <p:ext uri="{BB962C8B-B14F-4D97-AF65-F5344CB8AC3E}">
        <p14:creationId xmlns:p14="http://schemas.microsoft.com/office/powerpoint/2010/main" val="30626995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703049C4-C4EB-E338-C57D-85672A500467}"/>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3" name="Rectangle 27">
            <a:extLst>
              <a:ext uri="{FF2B5EF4-FFF2-40B4-BE49-F238E27FC236}">
                <a16:creationId xmlns:a16="http://schemas.microsoft.com/office/drawing/2014/main" id="{FCDDB9E0-29DC-4AB0-AA21-DDD28A55C3FB}"/>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4" name="Rectangle 28">
            <a:extLst>
              <a:ext uri="{FF2B5EF4-FFF2-40B4-BE49-F238E27FC236}">
                <a16:creationId xmlns:a16="http://schemas.microsoft.com/office/drawing/2014/main" id="{C646700E-D272-BC04-9121-D56B47FDBE55}"/>
              </a:ext>
            </a:extLst>
          </p:cNvPr>
          <p:cNvSpPr>
            <a:spLocks noGrp="1" noChangeArrowheads="1"/>
          </p:cNvSpPr>
          <p:nvPr>
            <p:ph type="sldNum" idx="12"/>
          </p:nvPr>
        </p:nvSpPr>
        <p:spPr>
          <a:ln/>
        </p:spPr>
        <p:txBody>
          <a:bodyPr/>
          <a:lstStyle>
            <a:lvl1pPr>
              <a:defRPr/>
            </a:lvl1pPr>
          </a:lstStyle>
          <a:p>
            <a:fld id="{73B32304-C888-4FF2-A0CE-1458C6E667E2}" type="slidenum">
              <a:rPr lang="en-US" altLang="en-US"/>
              <a:pPr/>
              <a:t>‹#›</a:t>
            </a:fld>
            <a:endParaRPr lang="en-US" altLang="en-US"/>
          </a:p>
        </p:txBody>
      </p:sp>
    </p:spTree>
    <p:extLst>
      <p:ext uri="{BB962C8B-B14F-4D97-AF65-F5344CB8AC3E}">
        <p14:creationId xmlns:p14="http://schemas.microsoft.com/office/powerpoint/2010/main" val="30438605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2950" y="987426"/>
            <a:ext cx="617222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3E0476CD-65AB-AF8D-3CBF-E7296EA1A84B}"/>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20F2DA55-3804-0859-9F05-545B62467890}"/>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D2A966B6-AB90-6A18-DA53-80D6801EBA7F}"/>
              </a:ext>
            </a:extLst>
          </p:cNvPr>
          <p:cNvSpPr>
            <a:spLocks noGrp="1" noChangeArrowheads="1"/>
          </p:cNvSpPr>
          <p:nvPr>
            <p:ph type="sldNum" idx="12"/>
          </p:nvPr>
        </p:nvSpPr>
        <p:spPr>
          <a:ln/>
        </p:spPr>
        <p:txBody>
          <a:bodyPr/>
          <a:lstStyle>
            <a:lvl1pPr>
              <a:defRPr/>
            </a:lvl1pPr>
          </a:lstStyle>
          <a:p>
            <a:fld id="{39D636BC-C82F-441A-9BA3-2F925DB66CFE}" type="slidenum">
              <a:rPr lang="en-US" altLang="en-US"/>
              <a:pPr/>
              <a:t>‹#›</a:t>
            </a:fld>
            <a:endParaRPr lang="en-US" altLang="en-US"/>
          </a:p>
        </p:txBody>
      </p:sp>
    </p:spTree>
    <p:extLst>
      <p:ext uri="{BB962C8B-B14F-4D97-AF65-F5344CB8AC3E}">
        <p14:creationId xmlns:p14="http://schemas.microsoft.com/office/powerpoint/2010/main" val="36166538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2950" y="987426"/>
            <a:ext cx="617222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67DE53EB-D3ED-2696-E348-386A3D2F6CEE}"/>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2878D1F1-2A06-9CD3-43F9-CC8F4612C1E4}"/>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63858841-4CB9-1A39-B6C4-A1B8E42B188E}"/>
              </a:ext>
            </a:extLst>
          </p:cNvPr>
          <p:cNvSpPr>
            <a:spLocks noGrp="1" noChangeArrowheads="1"/>
          </p:cNvSpPr>
          <p:nvPr>
            <p:ph type="sldNum" idx="12"/>
          </p:nvPr>
        </p:nvSpPr>
        <p:spPr>
          <a:ln/>
        </p:spPr>
        <p:txBody>
          <a:bodyPr/>
          <a:lstStyle>
            <a:lvl1pPr>
              <a:defRPr/>
            </a:lvl1pPr>
          </a:lstStyle>
          <a:p>
            <a:fld id="{2B566AA8-D561-4119-8F20-7466C94B6BFE}" type="slidenum">
              <a:rPr lang="en-US" altLang="en-US"/>
              <a:pPr/>
              <a:t>‹#›</a:t>
            </a:fld>
            <a:endParaRPr lang="en-US" altLang="en-US"/>
          </a:p>
        </p:txBody>
      </p:sp>
    </p:spTree>
    <p:extLst>
      <p:ext uri="{BB962C8B-B14F-4D97-AF65-F5344CB8AC3E}">
        <p14:creationId xmlns:p14="http://schemas.microsoft.com/office/powerpoint/2010/main" val="17411042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C14A986F-55DD-8BAE-88A5-433A066BEA4F}"/>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79C10943-1565-A674-E7D7-50E95C62ACC7}"/>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7625CB75-6277-39AE-6E86-3853ED8F1A54}"/>
              </a:ext>
            </a:extLst>
          </p:cNvPr>
          <p:cNvSpPr>
            <a:spLocks noGrp="1" noChangeArrowheads="1"/>
          </p:cNvSpPr>
          <p:nvPr>
            <p:ph type="sldNum" idx="12"/>
          </p:nvPr>
        </p:nvSpPr>
        <p:spPr>
          <a:ln/>
        </p:spPr>
        <p:txBody>
          <a:bodyPr/>
          <a:lstStyle>
            <a:lvl1pPr>
              <a:defRPr/>
            </a:lvl1pPr>
          </a:lstStyle>
          <a:p>
            <a:fld id="{DE0310B8-66CB-42BD-B016-22A6E73AE178}" type="slidenum">
              <a:rPr lang="en-US" altLang="en-US"/>
              <a:pPr/>
              <a:t>‹#›</a:t>
            </a:fld>
            <a:endParaRPr lang="en-US" altLang="en-US"/>
          </a:p>
        </p:txBody>
      </p:sp>
    </p:spTree>
    <p:extLst>
      <p:ext uri="{BB962C8B-B14F-4D97-AF65-F5344CB8AC3E}">
        <p14:creationId xmlns:p14="http://schemas.microsoft.com/office/powerpoint/2010/main" val="42508455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5585" y="533401"/>
            <a:ext cx="2399337" cy="54848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2810" y="533401"/>
            <a:ext cx="7050336" cy="54848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F52360A6-F613-D5C3-612C-EBE50451B78C}"/>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F22C5AE1-E444-F5E0-95E3-78260F45E303}"/>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0D94342D-E69A-6C40-814B-607CA40361D0}"/>
              </a:ext>
            </a:extLst>
          </p:cNvPr>
          <p:cNvSpPr>
            <a:spLocks noGrp="1" noChangeArrowheads="1"/>
          </p:cNvSpPr>
          <p:nvPr>
            <p:ph type="sldNum" idx="12"/>
          </p:nvPr>
        </p:nvSpPr>
        <p:spPr>
          <a:ln/>
        </p:spPr>
        <p:txBody>
          <a:bodyPr/>
          <a:lstStyle>
            <a:lvl1pPr>
              <a:defRPr/>
            </a:lvl1pPr>
          </a:lstStyle>
          <a:p>
            <a:fld id="{BC88F850-7FF1-4DF2-A0FA-37EBE162F93D}" type="slidenum">
              <a:rPr lang="en-US" altLang="en-US"/>
              <a:pPr/>
              <a:t>‹#›</a:t>
            </a:fld>
            <a:endParaRPr lang="en-US" altLang="en-US"/>
          </a:p>
        </p:txBody>
      </p:sp>
    </p:spTree>
    <p:extLst>
      <p:ext uri="{BB962C8B-B14F-4D97-AF65-F5344CB8AC3E}">
        <p14:creationId xmlns:p14="http://schemas.microsoft.com/office/powerpoint/2010/main" val="14831618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398" y="1122363"/>
            <a:ext cx="9143206" cy="2387600"/>
          </a:xfrm>
        </p:spPr>
        <p:txBody>
          <a:bodyPr/>
          <a:lstStyle>
            <a:lvl1pPr algn="ctr">
              <a:defRPr sz="6000"/>
            </a:lvl1pPr>
          </a:lstStyle>
          <a:p>
            <a:r>
              <a:rPr lang="en-US"/>
              <a:t>Click to edit Master title style</a:t>
            </a:r>
          </a:p>
        </p:txBody>
      </p:sp>
      <p:sp>
        <p:nvSpPr>
          <p:cNvPr id="3" name="Subtitle 2"/>
          <p:cNvSpPr>
            <a:spLocks noGrp="1"/>
          </p:cNvSpPr>
          <p:nvPr>
            <p:ph type="subTitle" idx="1"/>
          </p:nvPr>
        </p:nvSpPr>
        <p:spPr>
          <a:xfrm>
            <a:off x="1524398" y="3602038"/>
            <a:ext cx="914320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26">
            <a:extLst>
              <a:ext uri="{FF2B5EF4-FFF2-40B4-BE49-F238E27FC236}">
                <a16:creationId xmlns:a16="http://schemas.microsoft.com/office/drawing/2014/main" id="{2C192CCB-FFCF-E288-106B-642AF06EA849}"/>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ECCE07BC-E4B2-9E90-460C-B98A7DE46988}"/>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6C9C417D-B671-5B89-FCD4-60E5DB073A40}"/>
              </a:ext>
            </a:extLst>
          </p:cNvPr>
          <p:cNvSpPr>
            <a:spLocks noGrp="1" noChangeArrowheads="1"/>
          </p:cNvSpPr>
          <p:nvPr>
            <p:ph type="sldNum" idx="12"/>
          </p:nvPr>
        </p:nvSpPr>
        <p:spPr>
          <a:ln/>
        </p:spPr>
        <p:txBody>
          <a:bodyPr/>
          <a:lstStyle>
            <a:lvl1pPr>
              <a:defRPr/>
            </a:lvl1pPr>
          </a:lstStyle>
          <a:p>
            <a:fld id="{3ED288C1-2EDE-4581-B914-98821BE4AED9}" type="slidenum">
              <a:rPr lang="en-US" altLang="en-US"/>
              <a:pPr/>
              <a:t>‹#›</a:t>
            </a:fld>
            <a:endParaRPr lang="en-US" altLang="en-US"/>
          </a:p>
        </p:txBody>
      </p:sp>
    </p:spTree>
    <p:extLst>
      <p:ext uri="{BB962C8B-B14F-4D97-AF65-F5344CB8AC3E}">
        <p14:creationId xmlns:p14="http://schemas.microsoft.com/office/powerpoint/2010/main" val="6366403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BD665127-1253-CAEF-DEE2-33268DFCB974}"/>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07FCCCFC-E357-152F-1772-A6551BB639A1}"/>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4C17102C-25AF-AA5A-38A7-2FBE9112FC70}"/>
              </a:ext>
            </a:extLst>
          </p:cNvPr>
          <p:cNvSpPr>
            <a:spLocks noGrp="1" noChangeArrowheads="1"/>
          </p:cNvSpPr>
          <p:nvPr>
            <p:ph type="sldNum" idx="12"/>
          </p:nvPr>
        </p:nvSpPr>
        <p:spPr>
          <a:ln/>
        </p:spPr>
        <p:txBody>
          <a:bodyPr/>
          <a:lstStyle>
            <a:lvl1pPr>
              <a:defRPr/>
            </a:lvl1pPr>
          </a:lstStyle>
          <a:p>
            <a:fld id="{67B626D5-FD4A-4AED-9A04-F8CC0CC18CB0}" type="slidenum">
              <a:rPr lang="en-US" altLang="en-US"/>
              <a:pPr/>
              <a:t>‹#›</a:t>
            </a:fld>
            <a:endParaRPr lang="en-US" altLang="en-US"/>
          </a:p>
        </p:txBody>
      </p:sp>
    </p:spTree>
    <p:extLst>
      <p:ext uri="{BB962C8B-B14F-4D97-AF65-F5344CB8AC3E}">
        <p14:creationId xmlns:p14="http://schemas.microsoft.com/office/powerpoint/2010/main" val="11799830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2067" y="1709739"/>
            <a:ext cx="10515163"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2067" y="4589464"/>
            <a:ext cx="105151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6">
            <a:extLst>
              <a:ext uri="{FF2B5EF4-FFF2-40B4-BE49-F238E27FC236}">
                <a16:creationId xmlns:a16="http://schemas.microsoft.com/office/drawing/2014/main" id="{76C824C8-C9E8-7FF1-1B5C-D23002AA9DFA}"/>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6725C4E5-B495-A27B-4672-94CFC99E8593}"/>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3333A842-768B-930D-5A5E-C3945870649A}"/>
              </a:ext>
            </a:extLst>
          </p:cNvPr>
          <p:cNvSpPr>
            <a:spLocks noGrp="1" noChangeArrowheads="1"/>
          </p:cNvSpPr>
          <p:nvPr>
            <p:ph type="sldNum" idx="12"/>
          </p:nvPr>
        </p:nvSpPr>
        <p:spPr>
          <a:ln/>
        </p:spPr>
        <p:txBody>
          <a:bodyPr/>
          <a:lstStyle>
            <a:lvl1pPr>
              <a:defRPr/>
            </a:lvl1pPr>
          </a:lstStyle>
          <a:p>
            <a:fld id="{B4DF69E8-D54E-4B95-AF47-57795E487A07}" type="slidenum">
              <a:rPr lang="en-US" altLang="en-US"/>
              <a:pPr/>
              <a:t>‹#›</a:t>
            </a:fld>
            <a:endParaRPr lang="en-US" altLang="en-US"/>
          </a:p>
        </p:txBody>
      </p:sp>
    </p:spTree>
    <p:extLst>
      <p:ext uri="{BB962C8B-B14F-4D97-AF65-F5344CB8AC3E}">
        <p14:creationId xmlns:p14="http://schemas.microsoft.com/office/powerpoint/2010/main" val="33526495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2810" y="1828801"/>
            <a:ext cx="4724042"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99291" y="1828801"/>
            <a:ext cx="4725631"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6">
            <a:extLst>
              <a:ext uri="{FF2B5EF4-FFF2-40B4-BE49-F238E27FC236}">
                <a16:creationId xmlns:a16="http://schemas.microsoft.com/office/drawing/2014/main" id="{637108E5-E9D0-2006-86FE-A54A838F90C8}"/>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6E58FCC1-B81F-4F84-F59D-3D671B8FF83D}"/>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6A58CF95-A941-91A6-A028-E2E40E87E353}"/>
              </a:ext>
            </a:extLst>
          </p:cNvPr>
          <p:cNvSpPr>
            <a:spLocks noGrp="1" noChangeArrowheads="1"/>
          </p:cNvSpPr>
          <p:nvPr>
            <p:ph type="sldNum" idx="12"/>
          </p:nvPr>
        </p:nvSpPr>
        <p:spPr>
          <a:ln/>
        </p:spPr>
        <p:txBody>
          <a:bodyPr/>
          <a:lstStyle>
            <a:lvl1pPr>
              <a:defRPr/>
            </a:lvl1pPr>
          </a:lstStyle>
          <a:p>
            <a:fld id="{F3EEE345-9441-4A43-A708-CF8C2DB4FC5F}" type="slidenum">
              <a:rPr lang="en-US" altLang="en-US"/>
              <a:pPr/>
              <a:t>‹#›</a:t>
            </a:fld>
            <a:endParaRPr lang="en-US" altLang="en-US"/>
          </a:p>
        </p:txBody>
      </p:sp>
    </p:spTree>
    <p:extLst>
      <p:ext uri="{BB962C8B-B14F-4D97-AF65-F5344CB8AC3E}">
        <p14:creationId xmlns:p14="http://schemas.microsoft.com/office/powerpoint/2010/main" val="7687825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6"/>
            <a:ext cx="10515163" cy="1325563"/>
          </a:xfrm>
        </p:spPr>
        <p:txBody>
          <a:bodyPr/>
          <a:lstStyle/>
          <a:p>
            <a:r>
              <a:rPr lang="en-US"/>
              <a:t>Click to edit Master title style</a:t>
            </a:r>
          </a:p>
        </p:txBody>
      </p:sp>
      <p:sp>
        <p:nvSpPr>
          <p:cNvPr id="3" name="Text Placeholder 2"/>
          <p:cNvSpPr>
            <a:spLocks noGrp="1"/>
          </p:cNvSpPr>
          <p:nvPr>
            <p:ph type="body" idx="1"/>
          </p:nvPr>
        </p:nvSpPr>
        <p:spPr>
          <a:xfrm>
            <a:off x="840007" y="1681163"/>
            <a:ext cx="515754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007" y="2505075"/>
            <a:ext cx="515754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20" y="1681163"/>
            <a:ext cx="51829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20" y="2505075"/>
            <a:ext cx="51829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6">
            <a:extLst>
              <a:ext uri="{FF2B5EF4-FFF2-40B4-BE49-F238E27FC236}">
                <a16:creationId xmlns:a16="http://schemas.microsoft.com/office/drawing/2014/main" id="{30D4A824-3C98-31DC-0B60-2563D413BF40}"/>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8" name="Rectangle 27">
            <a:extLst>
              <a:ext uri="{FF2B5EF4-FFF2-40B4-BE49-F238E27FC236}">
                <a16:creationId xmlns:a16="http://schemas.microsoft.com/office/drawing/2014/main" id="{46582EC7-9D40-CB8B-1655-1D00BC8CE333}"/>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9" name="Rectangle 28">
            <a:extLst>
              <a:ext uri="{FF2B5EF4-FFF2-40B4-BE49-F238E27FC236}">
                <a16:creationId xmlns:a16="http://schemas.microsoft.com/office/drawing/2014/main" id="{FBAD65E0-B184-95BB-57C6-4CF58616D105}"/>
              </a:ext>
            </a:extLst>
          </p:cNvPr>
          <p:cNvSpPr>
            <a:spLocks noGrp="1" noChangeArrowheads="1"/>
          </p:cNvSpPr>
          <p:nvPr>
            <p:ph type="sldNum" idx="12"/>
          </p:nvPr>
        </p:nvSpPr>
        <p:spPr>
          <a:ln/>
        </p:spPr>
        <p:txBody>
          <a:bodyPr/>
          <a:lstStyle>
            <a:lvl1pPr>
              <a:defRPr/>
            </a:lvl1pPr>
          </a:lstStyle>
          <a:p>
            <a:fld id="{F48F0629-5DE9-42BD-A176-F26BC1AC36E7}" type="slidenum">
              <a:rPr lang="en-US" altLang="en-US"/>
              <a:pPr/>
              <a:t>‹#›</a:t>
            </a:fld>
            <a:endParaRPr lang="en-US" altLang="en-US"/>
          </a:p>
        </p:txBody>
      </p:sp>
    </p:spTree>
    <p:extLst>
      <p:ext uri="{BB962C8B-B14F-4D97-AF65-F5344CB8AC3E}">
        <p14:creationId xmlns:p14="http://schemas.microsoft.com/office/powerpoint/2010/main" val="26142709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6">
            <a:extLst>
              <a:ext uri="{FF2B5EF4-FFF2-40B4-BE49-F238E27FC236}">
                <a16:creationId xmlns:a16="http://schemas.microsoft.com/office/drawing/2014/main" id="{BD903AB2-3036-543B-3AD8-A8A4A41411A3}"/>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4" name="Rectangle 27">
            <a:extLst>
              <a:ext uri="{FF2B5EF4-FFF2-40B4-BE49-F238E27FC236}">
                <a16:creationId xmlns:a16="http://schemas.microsoft.com/office/drawing/2014/main" id="{6FB3E79C-3A87-BD11-FA10-00722D12241A}"/>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5" name="Rectangle 28">
            <a:extLst>
              <a:ext uri="{FF2B5EF4-FFF2-40B4-BE49-F238E27FC236}">
                <a16:creationId xmlns:a16="http://schemas.microsoft.com/office/drawing/2014/main" id="{01CF9D4F-767B-07C8-F459-F6AEDD3B73BA}"/>
              </a:ext>
            </a:extLst>
          </p:cNvPr>
          <p:cNvSpPr>
            <a:spLocks noGrp="1" noChangeArrowheads="1"/>
          </p:cNvSpPr>
          <p:nvPr>
            <p:ph type="sldNum" idx="12"/>
          </p:nvPr>
        </p:nvSpPr>
        <p:spPr>
          <a:ln/>
        </p:spPr>
        <p:txBody>
          <a:bodyPr/>
          <a:lstStyle>
            <a:lvl1pPr>
              <a:defRPr/>
            </a:lvl1pPr>
          </a:lstStyle>
          <a:p>
            <a:fld id="{E5D12379-115C-4F39-BBAD-8635FA1EA74A}" type="slidenum">
              <a:rPr lang="en-US" altLang="en-US"/>
              <a:pPr/>
              <a:t>‹#›</a:t>
            </a:fld>
            <a:endParaRPr lang="en-US" altLang="en-US"/>
          </a:p>
        </p:txBody>
      </p:sp>
    </p:spTree>
    <p:extLst>
      <p:ext uri="{BB962C8B-B14F-4D97-AF65-F5344CB8AC3E}">
        <p14:creationId xmlns:p14="http://schemas.microsoft.com/office/powerpoint/2010/main" val="903246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FDAC49C5-DD10-1800-BC12-D57075ED4E16}"/>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3" name="Rectangle 27">
            <a:extLst>
              <a:ext uri="{FF2B5EF4-FFF2-40B4-BE49-F238E27FC236}">
                <a16:creationId xmlns:a16="http://schemas.microsoft.com/office/drawing/2014/main" id="{0B62868B-DEFE-8CDD-3D5F-358807939232}"/>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4" name="Rectangle 28">
            <a:extLst>
              <a:ext uri="{FF2B5EF4-FFF2-40B4-BE49-F238E27FC236}">
                <a16:creationId xmlns:a16="http://schemas.microsoft.com/office/drawing/2014/main" id="{E0990B71-7D9F-FE63-EC4D-F1AC30C5F236}"/>
              </a:ext>
            </a:extLst>
          </p:cNvPr>
          <p:cNvSpPr>
            <a:spLocks noGrp="1" noChangeArrowheads="1"/>
          </p:cNvSpPr>
          <p:nvPr>
            <p:ph type="sldNum" idx="12"/>
          </p:nvPr>
        </p:nvSpPr>
        <p:spPr>
          <a:ln/>
        </p:spPr>
        <p:txBody>
          <a:bodyPr/>
          <a:lstStyle>
            <a:lvl1pPr>
              <a:defRPr/>
            </a:lvl1pPr>
          </a:lstStyle>
          <a:p>
            <a:fld id="{CA9F0719-47C6-4CE6-BFF2-041E49B7BD44}" type="slidenum">
              <a:rPr lang="en-US" altLang="en-US"/>
              <a:pPr/>
              <a:t>‹#›</a:t>
            </a:fld>
            <a:endParaRPr lang="en-US" altLang="en-US"/>
          </a:p>
        </p:txBody>
      </p:sp>
    </p:spTree>
    <p:extLst>
      <p:ext uri="{BB962C8B-B14F-4D97-AF65-F5344CB8AC3E}">
        <p14:creationId xmlns:p14="http://schemas.microsoft.com/office/powerpoint/2010/main" val="9669713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2950" y="987426"/>
            <a:ext cx="617222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3B47E1EA-54C4-3CE1-8649-EB8CB0331B1C}"/>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4ACFA0F7-0336-6B52-35BB-20E317933FA4}"/>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0ECA0D8C-A850-D12B-92E6-CFBA0FF3C05F}"/>
              </a:ext>
            </a:extLst>
          </p:cNvPr>
          <p:cNvSpPr>
            <a:spLocks noGrp="1" noChangeArrowheads="1"/>
          </p:cNvSpPr>
          <p:nvPr>
            <p:ph type="sldNum" idx="12"/>
          </p:nvPr>
        </p:nvSpPr>
        <p:spPr>
          <a:ln/>
        </p:spPr>
        <p:txBody>
          <a:bodyPr/>
          <a:lstStyle>
            <a:lvl1pPr>
              <a:defRPr/>
            </a:lvl1pPr>
          </a:lstStyle>
          <a:p>
            <a:fld id="{92A104BF-2AE1-4A0D-A6AF-281D3384FDAF}" type="slidenum">
              <a:rPr lang="en-US" altLang="en-US"/>
              <a:pPr/>
              <a:t>‹#›</a:t>
            </a:fld>
            <a:endParaRPr lang="en-US" altLang="en-US"/>
          </a:p>
        </p:txBody>
      </p:sp>
    </p:spTree>
    <p:extLst>
      <p:ext uri="{BB962C8B-B14F-4D97-AF65-F5344CB8AC3E}">
        <p14:creationId xmlns:p14="http://schemas.microsoft.com/office/powerpoint/2010/main" val="374448997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2950" y="987426"/>
            <a:ext cx="617222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9A0EFF07-F7CC-2A0D-0A4B-22E14565B68D}"/>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56F01A2A-CF21-B275-2CD8-EF05511170E0}"/>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D727BDB1-5BDD-3C1F-1557-D94513BFCC06}"/>
              </a:ext>
            </a:extLst>
          </p:cNvPr>
          <p:cNvSpPr>
            <a:spLocks noGrp="1" noChangeArrowheads="1"/>
          </p:cNvSpPr>
          <p:nvPr>
            <p:ph type="sldNum" idx="12"/>
          </p:nvPr>
        </p:nvSpPr>
        <p:spPr>
          <a:ln/>
        </p:spPr>
        <p:txBody>
          <a:bodyPr/>
          <a:lstStyle>
            <a:lvl1pPr>
              <a:defRPr/>
            </a:lvl1pPr>
          </a:lstStyle>
          <a:p>
            <a:fld id="{4715EC73-22B6-4A38-8F5E-6601A8059A29}" type="slidenum">
              <a:rPr lang="en-US" altLang="en-US"/>
              <a:pPr/>
              <a:t>‹#›</a:t>
            </a:fld>
            <a:endParaRPr lang="en-US" altLang="en-US"/>
          </a:p>
        </p:txBody>
      </p:sp>
    </p:spTree>
    <p:extLst>
      <p:ext uri="{BB962C8B-B14F-4D97-AF65-F5344CB8AC3E}">
        <p14:creationId xmlns:p14="http://schemas.microsoft.com/office/powerpoint/2010/main" val="5232316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E1F0DD52-8C81-39FE-BDB7-2EBEDDA956ED}"/>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61774172-BB3B-0751-C4E6-E56EE7B35CFB}"/>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06FC1226-A1B7-79BF-5880-6B1F74691591}"/>
              </a:ext>
            </a:extLst>
          </p:cNvPr>
          <p:cNvSpPr>
            <a:spLocks noGrp="1" noChangeArrowheads="1"/>
          </p:cNvSpPr>
          <p:nvPr>
            <p:ph type="sldNum" idx="12"/>
          </p:nvPr>
        </p:nvSpPr>
        <p:spPr>
          <a:ln/>
        </p:spPr>
        <p:txBody>
          <a:bodyPr/>
          <a:lstStyle>
            <a:lvl1pPr>
              <a:defRPr/>
            </a:lvl1pPr>
          </a:lstStyle>
          <a:p>
            <a:fld id="{10990B07-AD3B-4858-A620-041FBB239F6A}" type="slidenum">
              <a:rPr lang="en-US" altLang="en-US"/>
              <a:pPr/>
              <a:t>‹#›</a:t>
            </a:fld>
            <a:endParaRPr lang="en-US" altLang="en-US"/>
          </a:p>
        </p:txBody>
      </p:sp>
    </p:spTree>
    <p:extLst>
      <p:ext uri="{BB962C8B-B14F-4D97-AF65-F5344CB8AC3E}">
        <p14:creationId xmlns:p14="http://schemas.microsoft.com/office/powerpoint/2010/main" val="23083996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5585" y="533401"/>
            <a:ext cx="2399337" cy="54848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2810" y="533401"/>
            <a:ext cx="7050336" cy="54848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02C29798-C171-AF51-0CCD-7D1E09AAD710}"/>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36FBF66C-B025-0268-74D3-C5A74A1AFA6F}"/>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8FC80DEB-48DB-4FB5-BCA0-C3C9BB667E29}"/>
              </a:ext>
            </a:extLst>
          </p:cNvPr>
          <p:cNvSpPr>
            <a:spLocks noGrp="1" noChangeArrowheads="1"/>
          </p:cNvSpPr>
          <p:nvPr>
            <p:ph type="sldNum" idx="12"/>
          </p:nvPr>
        </p:nvSpPr>
        <p:spPr>
          <a:ln/>
        </p:spPr>
        <p:txBody>
          <a:bodyPr/>
          <a:lstStyle>
            <a:lvl1pPr>
              <a:defRPr/>
            </a:lvl1pPr>
          </a:lstStyle>
          <a:p>
            <a:fld id="{371C7655-4919-4801-AC15-82DE9F8B583C}" type="slidenum">
              <a:rPr lang="en-US" altLang="en-US"/>
              <a:pPr/>
              <a:t>‹#›</a:t>
            </a:fld>
            <a:endParaRPr lang="en-US" altLang="en-US"/>
          </a:p>
        </p:txBody>
      </p:sp>
    </p:spTree>
    <p:extLst>
      <p:ext uri="{BB962C8B-B14F-4D97-AF65-F5344CB8AC3E}">
        <p14:creationId xmlns:p14="http://schemas.microsoft.com/office/powerpoint/2010/main" val="272583840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398" y="1122363"/>
            <a:ext cx="9143206" cy="2387600"/>
          </a:xfrm>
        </p:spPr>
        <p:txBody>
          <a:bodyPr/>
          <a:lstStyle>
            <a:lvl1pPr algn="ctr">
              <a:defRPr sz="6000"/>
            </a:lvl1pPr>
          </a:lstStyle>
          <a:p>
            <a:r>
              <a:rPr lang="en-US"/>
              <a:t>Click to edit Master title style</a:t>
            </a:r>
          </a:p>
        </p:txBody>
      </p:sp>
      <p:sp>
        <p:nvSpPr>
          <p:cNvPr id="3" name="Subtitle 2"/>
          <p:cNvSpPr>
            <a:spLocks noGrp="1"/>
          </p:cNvSpPr>
          <p:nvPr>
            <p:ph type="subTitle" idx="1"/>
          </p:nvPr>
        </p:nvSpPr>
        <p:spPr>
          <a:xfrm>
            <a:off x="1524398" y="3602038"/>
            <a:ext cx="914320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26">
            <a:extLst>
              <a:ext uri="{FF2B5EF4-FFF2-40B4-BE49-F238E27FC236}">
                <a16:creationId xmlns:a16="http://schemas.microsoft.com/office/drawing/2014/main" id="{4263A6DF-53BD-A9F8-0980-FA7E2888EBC3}"/>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CB382120-BDC5-DD4C-1AF7-021E6496A6E4}"/>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1B27407C-40CB-FE18-34D9-AAF9C808E8DD}"/>
              </a:ext>
            </a:extLst>
          </p:cNvPr>
          <p:cNvSpPr>
            <a:spLocks noGrp="1" noChangeArrowheads="1"/>
          </p:cNvSpPr>
          <p:nvPr>
            <p:ph type="sldNum" idx="12"/>
          </p:nvPr>
        </p:nvSpPr>
        <p:spPr>
          <a:ln/>
        </p:spPr>
        <p:txBody>
          <a:bodyPr/>
          <a:lstStyle>
            <a:lvl1pPr>
              <a:defRPr/>
            </a:lvl1pPr>
          </a:lstStyle>
          <a:p>
            <a:fld id="{5B05FA87-9FDC-4A00-A53E-117640D0281A}" type="slidenum">
              <a:rPr lang="en-US" altLang="en-US"/>
              <a:pPr/>
              <a:t>‹#›</a:t>
            </a:fld>
            <a:endParaRPr lang="en-US" altLang="en-US"/>
          </a:p>
        </p:txBody>
      </p:sp>
    </p:spTree>
    <p:extLst>
      <p:ext uri="{BB962C8B-B14F-4D97-AF65-F5344CB8AC3E}">
        <p14:creationId xmlns:p14="http://schemas.microsoft.com/office/powerpoint/2010/main" val="396425211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3F5FE9BE-555C-71F0-C4B7-20ED9166A758}"/>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05C3D73C-588E-D2E9-753C-8062EA534DF9}"/>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E85B13DD-739D-1D69-08C4-1F1263528788}"/>
              </a:ext>
            </a:extLst>
          </p:cNvPr>
          <p:cNvSpPr>
            <a:spLocks noGrp="1" noChangeArrowheads="1"/>
          </p:cNvSpPr>
          <p:nvPr>
            <p:ph type="sldNum" idx="12"/>
          </p:nvPr>
        </p:nvSpPr>
        <p:spPr>
          <a:ln/>
        </p:spPr>
        <p:txBody>
          <a:bodyPr/>
          <a:lstStyle>
            <a:lvl1pPr>
              <a:defRPr/>
            </a:lvl1pPr>
          </a:lstStyle>
          <a:p>
            <a:fld id="{02100820-E718-42E7-A832-7B3EECD40EF9}" type="slidenum">
              <a:rPr lang="en-US" altLang="en-US"/>
              <a:pPr/>
              <a:t>‹#›</a:t>
            </a:fld>
            <a:endParaRPr lang="en-US" altLang="en-US"/>
          </a:p>
        </p:txBody>
      </p:sp>
    </p:spTree>
    <p:extLst>
      <p:ext uri="{BB962C8B-B14F-4D97-AF65-F5344CB8AC3E}">
        <p14:creationId xmlns:p14="http://schemas.microsoft.com/office/powerpoint/2010/main" val="12135759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2067" y="1709739"/>
            <a:ext cx="10515163"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2067" y="4589464"/>
            <a:ext cx="105151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6">
            <a:extLst>
              <a:ext uri="{FF2B5EF4-FFF2-40B4-BE49-F238E27FC236}">
                <a16:creationId xmlns:a16="http://schemas.microsoft.com/office/drawing/2014/main" id="{F93F3999-C663-3B05-EF33-625E00F6212D}"/>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0CBCDBA0-8587-AF9B-59AE-293440975E26}"/>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8E5306E0-3A44-3CDC-F5F5-C1A8F69F53C3}"/>
              </a:ext>
            </a:extLst>
          </p:cNvPr>
          <p:cNvSpPr>
            <a:spLocks noGrp="1" noChangeArrowheads="1"/>
          </p:cNvSpPr>
          <p:nvPr>
            <p:ph type="sldNum" idx="12"/>
          </p:nvPr>
        </p:nvSpPr>
        <p:spPr>
          <a:ln/>
        </p:spPr>
        <p:txBody>
          <a:bodyPr/>
          <a:lstStyle>
            <a:lvl1pPr>
              <a:defRPr/>
            </a:lvl1pPr>
          </a:lstStyle>
          <a:p>
            <a:fld id="{36298EC6-80A9-45AF-A8A6-060BD99D3D43}" type="slidenum">
              <a:rPr lang="en-US" altLang="en-US"/>
              <a:pPr/>
              <a:t>‹#›</a:t>
            </a:fld>
            <a:endParaRPr lang="en-US" altLang="en-US"/>
          </a:p>
        </p:txBody>
      </p:sp>
    </p:spTree>
    <p:extLst>
      <p:ext uri="{BB962C8B-B14F-4D97-AF65-F5344CB8AC3E}">
        <p14:creationId xmlns:p14="http://schemas.microsoft.com/office/powerpoint/2010/main" val="214011564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2810" y="1828801"/>
            <a:ext cx="4724042"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99291" y="1828801"/>
            <a:ext cx="4725631"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6">
            <a:extLst>
              <a:ext uri="{FF2B5EF4-FFF2-40B4-BE49-F238E27FC236}">
                <a16:creationId xmlns:a16="http://schemas.microsoft.com/office/drawing/2014/main" id="{6D9252AD-FFC2-FCDF-5442-D3CE202561F7}"/>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E6317EF4-083A-C7EC-A157-75D8B0C141DD}"/>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51C38B70-675E-BE4B-3D31-5976C300875B}"/>
              </a:ext>
            </a:extLst>
          </p:cNvPr>
          <p:cNvSpPr>
            <a:spLocks noGrp="1" noChangeArrowheads="1"/>
          </p:cNvSpPr>
          <p:nvPr>
            <p:ph type="sldNum" idx="12"/>
          </p:nvPr>
        </p:nvSpPr>
        <p:spPr>
          <a:ln/>
        </p:spPr>
        <p:txBody>
          <a:bodyPr/>
          <a:lstStyle>
            <a:lvl1pPr>
              <a:defRPr/>
            </a:lvl1pPr>
          </a:lstStyle>
          <a:p>
            <a:fld id="{063C3151-C2E8-4263-AB6E-81A1A960993A}" type="slidenum">
              <a:rPr lang="en-US" altLang="en-US"/>
              <a:pPr/>
              <a:t>‹#›</a:t>
            </a:fld>
            <a:endParaRPr lang="en-US" altLang="en-US"/>
          </a:p>
        </p:txBody>
      </p:sp>
    </p:spTree>
    <p:extLst>
      <p:ext uri="{BB962C8B-B14F-4D97-AF65-F5344CB8AC3E}">
        <p14:creationId xmlns:p14="http://schemas.microsoft.com/office/powerpoint/2010/main" val="278123893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6"/>
            <a:ext cx="10515163" cy="1325563"/>
          </a:xfrm>
        </p:spPr>
        <p:txBody>
          <a:bodyPr/>
          <a:lstStyle/>
          <a:p>
            <a:r>
              <a:rPr lang="en-US"/>
              <a:t>Click to edit Master title style</a:t>
            </a:r>
          </a:p>
        </p:txBody>
      </p:sp>
      <p:sp>
        <p:nvSpPr>
          <p:cNvPr id="3" name="Text Placeholder 2"/>
          <p:cNvSpPr>
            <a:spLocks noGrp="1"/>
          </p:cNvSpPr>
          <p:nvPr>
            <p:ph type="body" idx="1"/>
          </p:nvPr>
        </p:nvSpPr>
        <p:spPr>
          <a:xfrm>
            <a:off x="840007" y="1681163"/>
            <a:ext cx="515754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007" y="2505075"/>
            <a:ext cx="515754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20" y="1681163"/>
            <a:ext cx="51829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20" y="2505075"/>
            <a:ext cx="51829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6">
            <a:extLst>
              <a:ext uri="{FF2B5EF4-FFF2-40B4-BE49-F238E27FC236}">
                <a16:creationId xmlns:a16="http://schemas.microsoft.com/office/drawing/2014/main" id="{6F27AC9F-CEA5-D124-F2F6-19E638048054}"/>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8" name="Rectangle 27">
            <a:extLst>
              <a:ext uri="{FF2B5EF4-FFF2-40B4-BE49-F238E27FC236}">
                <a16:creationId xmlns:a16="http://schemas.microsoft.com/office/drawing/2014/main" id="{C265F97D-D062-B9FD-20A7-180949AE1247}"/>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9" name="Rectangle 28">
            <a:extLst>
              <a:ext uri="{FF2B5EF4-FFF2-40B4-BE49-F238E27FC236}">
                <a16:creationId xmlns:a16="http://schemas.microsoft.com/office/drawing/2014/main" id="{D67BE356-688C-61C5-CD25-7B03F06AD74C}"/>
              </a:ext>
            </a:extLst>
          </p:cNvPr>
          <p:cNvSpPr>
            <a:spLocks noGrp="1" noChangeArrowheads="1"/>
          </p:cNvSpPr>
          <p:nvPr>
            <p:ph type="sldNum" idx="12"/>
          </p:nvPr>
        </p:nvSpPr>
        <p:spPr>
          <a:ln/>
        </p:spPr>
        <p:txBody>
          <a:bodyPr/>
          <a:lstStyle>
            <a:lvl1pPr>
              <a:defRPr/>
            </a:lvl1pPr>
          </a:lstStyle>
          <a:p>
            <a:fld id="{14ED26F4-E54A-4CB8-B33D-E27180486E2A}" type="slidenum">
              <a:rPr lang="en-US" altLang="en-US"/>
              <a:pPr/>
              <a:t>‹#›</a:t>
            </a:fld>
            <a:endParaRPr lang="en-US" altLang="en-US"/>
          </a:p>
        </p:txBody>
      </p:sp>
    </p:spTree>
    <p:extLst>
      <p:ext uri="{BB962C8B-B14F-4D97-AF65-F5344CB8AC3E}">
        <p14:creationId xmlns:p14="http://schemas.microsoft.com/office/powerpoint/2010/main" val="291064409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6">
            <a:extLst>
              <a:ext uri="{FF2B5EF4-FFF2-40B4-BE49-F238E27FC236}">
                <a16:creationId xmlns:a16="http://schemas.microsoft.com/office/drawing/2014/main" id="{EF98236B-907E-6706-7F67-AE09B7A4BDA2}"/>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4" name="Rectangle 27">
            <a:extLst>
              <a:ext uri="{FF2B5EF4-FFF2-40B4-BE49-F238E27FC236}">
                <a16:creationId xmlns:a16="http://schemas.microsoft.com/office/drawing/2014/main" id="{A69D7AB3-B099-F836-639A-E2BC86144B71}"/>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5" name="Rectangle 28">
            <a:extLst>
              <a:ext uri="{FF2B5EF4-FFF2-40B4-BE49-F238E27FC236}">
                <a16:creationId xmlns:a16="http://schemas.microsoft.com/office/drawing/2014/main" id="{0C580503-395F-0A56-B183-CDFF1CD673C0}"/>
              </a:ext>
            </a:extLst>
          </p:cNvPr>
          <p:cNvSpPr>
            <a:spLocks noGrp="1" noChangeArrowheads="1"/>
          </p:cNvSpPr>
          <p:nvPr>
            <p:ph type="sldNum" idx="12"/>
          </p:nvPr>
        </p:nvSpPr>
        <p:spPr>
          <a:ln/>
        </p:spPr>
        <p:txBody>
          <a:bodyPr/>
          <a:lstStyle>
            <a:lvl1pPr>
              <a:defRPr/>
            </a:lvl1pPr>
          </a:lstStyle>
          <a:p>
            <a:fld id="{51155C8D-5820-4926-9A41-1BD5CEF47A07}" type="slidenum">
              <a:rPr lang="en-US" altLang="en-US"/>
              <a:pPr/>
              <a:t>‹#›</a:t>
            </a:fld>
            <a:endParaRPr lang="en-US" altLang="en-US"/>
          </a:p>
        </p:txBody>
      </p:sp>
    </p:spTree>
    <p:extLst>
      <p:ext uri="{BB962C8B-B14F-4D97-AF65-F5344CB8AC3E}">
        <p14:creationId xmlns:p14="http://schemas.microsoft.com/office/powerpoint/2010/main" val="79735962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C3D15B8B-BADC-5B6A-0B2A-E65F3B467997}"/>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3" name="Rectangle 27">
            <a:extLst>
              <a:ext uri="{FF2B5EF4-FFF2-40B4-BE49-F238E27FC236}">
                <a16:creationId xmlns:a16="http://schemas.microsoft.com/office/drawing/2014/main" id="{33C372D9-AE45-301B-6A1A-0C0E893E5A56}"/>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4" name="Rectangle 28">
            <a:extLst>
              <a:ext uri="{FF2B5EF4-FFF2-40B4-BE49-F238E27FC236}">
                <a16:creationId xmlns:a16="http://schemas.microsoft.com/office/drawing/2014/main" id="{E06EDB27-5CB5-54B1-04BF-10732782B65B}"/>
              </a:ext>
            </a:extLst>
          </p:cNvPr>
          <p:cNvSpPr>
            <a:spLocks noGrp="1" noChangeArrowheads="1"/>
          </p:cNvSpPr>
          <p:nvPr>
            <p:ph type="sldNum" idx="12"/>
          </p:nvPr>
        </p:nvSpPr>
        <p:spPr>
          <a:ln/>
        </p:spPr>
        <p:txBody>
          <a:bodyPr/>
          <a:lstStyle>
            <a:lvl1pPr>
              <a:defRPr/>
            </a:lvl1pPr>
          </a:lstStyle>
          <a:p>
            <a:fld id="{9DFF5678-7523-4D47-A435-F41424DB054A}" type="slidenum">
              <a:rPr lang="en-US" altLang="en-US"/>
              <a:pPr/>
              <a:t>‹#›</a:t>
            </a:fld>
            <a:endParaRPr lang="en-US" altLang="en-US"/>
          </a:p>
        </p:txBody>
      </p:sp>
    </p:spTree>
    <p:extLst>
      <p:ext uri="{BB962C8B-B14F-4D97-AF65-F5344CB8AC3E}">
        <p14:creationId xmlns:p14="http://schemas.microsoft.com/office/powerpoint/2010/main" val="41162688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2950" y="987426"/>
            <a:ext cx="617222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379069A2-7438-C922-9C77-9AE4DC40EB09}"/>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88A641FC-27FF-1CB4-1EE6-842D7D370D73}"/>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B0E8BBF7-D7C9-A3F3-7B10-8347C23DB18E}"/>
              </a:ext>
            </a:extLst>
          </p:cNvPr>
          <p:cNvSpPr>
            <a:spLocks noGrp="1" noChangeArrowheads="1"/>
          </p:cNvSpPr>
          <p:nvPr>
            <p:ph type="sldNum" idx="12"/>
          </p:nvPr>
        </p:nvSpPr>
        <p:spPr>
          <a:ln/>
        </p:spPr>
        <p:txBody>
          <a:bodyPr/>
          <a:lstStyle>
            <a:lvl1pPr>
              <a:defRPr/>
            </a:lvl1pPr>
          </a:lstStyle>
          <a:p>
            <a:fld id="{9FD27FAC-3C38-4056-95D3-980CDEAA83E3}" type="slidenum">
              <a:rPr lang="en-US" altLang="en-US"/>
              <a:pPr/>
              <a:t>‹#›</a:t>
            </a:fld>
            <a:endParaRPr lang="en-US" altLang="en-US"/>
          </a:p>
        </p:txBody>
      </p:sp>
    </p:spTree>
    <p:extLst>
      <p:ext uri="{BB962C8B-B14F-4D97-AF65-F5344CB8AC3E}">
        <p14:creationId xmlns:p14="http://schemas.microsoft.com/office/powerpoint/2010/main" val="32869104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2950" y="987426"/>
            <a:ext cx="617222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9D9DE8F6-6FBB-BF05-F077-1D89AF1B1F37}"/>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D69175C8-0881-8192-DCF3-3777064208A8}"/>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39A2D331-0B75-7A5E-2E98-0314B9120C3E}"/>
              </a:ext>
            </a:extLst>
          </p:cNvPr>
          <p:cNvSpPr>
            <a:spLocks noGrp="1" noChangeArrowheads="1"/>
          </p:cNvSpPr>
          <p:nvPr>
            <p:ph type="sldNum" idx="12"/>
          </p:nvPr>
        </p:nvSpPr>
        <p:spPr>
          <a:ln/>
        </p:spPr>
        <p:txBody>
          <a:bodyPr/>
          <a:lstStyle>
            <a:lvl1pPr>
              <a:defRPr/>
            </a:lvl1pPr>
          </a:lstStyle>
          <a:p>
            <a:fld id="{BDF248A7-7D40-4DB9-94B8-9F47EE400057}" type="slidenum">
              <a:rPr lang="en-US" altLang="en-US"/>
              <a:pPr/>
              <a:t>‹#›</a:t>
            </a:fld>
            <a:endParaRPr lang="en-US" altLang="en-US"/>
          </a:p>
        </p:txBody>
      </p:sp>
    </p:spTree>
    <p:extLst>
      <p:ext uri="{BB962C8B-B14F-4D97-AF65-F5344CB8AC3E}">
        <p14:creationId xmlns:p14="http://schemas.microsoft.com/office/powerpoint/2010/main" val="95184790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D3CC91FD-28C0-2626-A15A-77521DAAD5C4}"/>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80F57CDF-A679-2D3A-7BDB-158351F7F4DD}"/>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78751129-A75F-92A2-30E4-9D2C0848832D}"/>
              </a:ext>
            </a:extLst>
          </p:cNvPr>
          <p:cNvSpPr>
            <a:spLocks noGrp="1" noChangeArrowheads="1"/>
          </p:cNvSpPr>
          <p:nvPr>
            <p:ph type="sldNum" idx="12"/>
          </p:nvPr>
        </p:nvSpPr>
        <p:spPr>
          <a:ln/>
        </p:spPr>
        <p:txBody>
          <a:bodyPr/>
          <a:lstStyle>
            <a:lvl1pPr>
              <a:defRPr/>
            </a:lvl1pPr>
          </a:lstStyle>
          <a:p>
            <a:fld id="{D890A2A4-71D8-41D8-BBF9-CCC1162DC135}" type="slidenum">
              <a:rPr lang="en-US" altLang="en-US"/>
              <a:pPr/>
              <a:t>‹#›</a:t>
            </a:fld>
            <a:endParaRPr lang="en-US" altLang="en-US"/>
          </a:p>
        </p:txBody>
      </p:sp>
    </p:spTree>
    <p:extLst>
      <p:ext uri="{BB962C8B-B14F-4D97-AF65-F5344CB8AC3E}">
        <p14:creationId xmlns:p14="http://schemas.microsoft.com/office/powerpoint/2010/main" val="417118691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5585" y="533401"/>
            <a:ext cx="2399337" cy="54848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2810" y="533401"/>
            <a:ext cx="7050336" cy="54848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16087F52-943F-808C-180E-40EA916CC8E1}"/>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20F72949-58A0-0F3F-2B2B-D0700DEAA2BB}"/>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FB1507CC-85BA-CEF5-F89E-EBE68CBA9CB4}"/>
              </a:ext>
            </a:extLst>
          </p:cNvPr>
          <p:cNvSpPr>
            <a:spLocks noGrp="1" noChangeArrowheads="1"/>
          </p:cNvSpPr>
          <p:nvPr>
            <p:ph type="sldNum" idx="12"/>
          </p:nvPr>
        </p:nvSpPr>
        <p:spPr>
          <a:ln/>
        </p:spPr>
        <p:txBody>
          <a:bodyPr/>
          <a:lstStyle>
            <a:lvl1pPr>
              <a:defRPr/>
            </a:lvl1pPr>
          </a:lstStyle>
          <a:p>
            <a:fld id="{2544DF71-9B18-48FB-8055-FF9C1C765CE2}" type="slidenum">
              <a:rPr lang="en-US" altLang="en-US"/>
              <a:pPr/>
              <a:t>‹#›</a:t>
            </a:fld>
            <a:endParaRPr lang="en-US" altLang="en-US"/>
          </a:p>
        </p:txBody>
      </p:sp>
    </p:spTree>
    <p:extLst>
      <p:ext uri="{BB962C8B-B14F-4D97-AF65-F5344CB8AC3E}">
        <p14:creationId xmlns:p14="http://schemas.microsoft.com/office/powerpoint/2010/main" val="4224104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398" y="1122363"/>
            <a:ext cx="9143206" cy="2387600"/>
          </a:xfrm>
        </p:spPr>
        <p:txBody>
          <a:bodyPr/>
          <a:lstStyle>
            <a:lvl1pPr algn="ctr">
              <a:defRPr sz="6000"/>
            </a:lvl1pPr>
          </a:lstStyle>
          <a:p>
            <a:r>
              <a:rPr lang="en-US"/>
              <a:t>Click to edit Master title style</a:t>
            </a:r>
          </a:p>
        </p:txBody>
      </p:sp>
      <p:sp>
        <p:nvSpPr>
          <p:cNvPr id="3" name="Subtitle 2"/>
          <p:cNvSpPr>
            <a:spLocks noGrp="1"/>
          </p:cNvSpPr>
          <p:nvPr>
            <p:ph type="subTitle" idx="1"/>
          </p:nvPr>
        </p:nvSpPr>
        <p:spPr>
          <a:xfrm>
            <a:off x="1524398" y="3602038"/>
            <a:ext cx="914320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26">
            <a:extLst>
              <a:ext uri="{FF2B5EF4-FFF2-40B4-BE49-F238E27FC236}">
                <a16:creationId xmlns:a16="http://schemas.microsoft.com/office/drawing/2014/main" id="{3CF6DEC8-0AEF-D524-4D44-0BD1AE358C0C}"/>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4051DDDF-D94D-ADB3-B301-1A2D29CA3DAF}"/>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4507DBF4-D3D7-A328-6099-9C4B183A8401}"/>
              </a:ext>
            </a:extLst>
          </p:cNvPr>
          <p:cNvSpPr>
            <a:spLocks noGrp="1" noChangeArrowheads="1"/>
          </p:cNvSpPr>
          <p:nvPr>
            <p:ph type="sldNum" idx="12"/>
          </p:nvPr>
        </p:nvSpPr>
        <p:spPr>
          <a:ln/>
        </p:spPr>
        <p:txBody>
          <a:bodyPr/>
          <a:lstStyle>
            <a:lvl1pPr>
              <a:defRPr/>
            </a:lvl1pPr>
          </a:lstStyle>
          <a:p>
            <a:fld id="{BD2C0A5E-47EF-4FA9-A711-7F7FF7A65F7C}" type="slidenum">
              <a:rPr lang="en-US" altLang="en-US"/>
              <a:pPr/>
              <a:t>‹#›</a:t>
            </a:fld>
            <a:endParaRPr lang="en-US" altLang="en-US"/>
          </a:p>
        </p:txBody>
      </p:sp>
    </p:spTree>
    <p:extLst>
      <p:ext uri="{BB962C8B-B14F-4D97-AF65-F5344CB8AC3E}">
        <p14:creationId xmlns:p14="http://schemas.microsoft.com/office/powerpoint/2010/main" val="41388569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C8B0E948-3193-2D25-F44B-1C7C1920AD47}"/>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A7B31029-F744-CBC3-87D4-DB09878D4BDA}"/>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739FCCF0-CDA9-9207-C931-8C23FEE60072}"/>
              </a:ext>
            </a:extLst>
          </p:cNvPr>
          <p:cNvSpPr>
            <a:spLocks noGrp="1" noChangeArrowheads="1"/>
          </p:cNvSpPr>
          <p:nvPr>
            <p:ph type="sldNum" idx="12"/>
          </p:nvPr>
        </p:nvSpPr>
        <p:spPr>
          <a:ln/>
        </p:spPr>
        <p:txBody>
          <a:bodyPr/>
          <a:lstStyle>
            <a:lvl1pPr>
              <a:defRPr/>
            </a:lvl1pPr>
          </a:lstStyle>
          <a:p>
            <a:fld id="{1765E364-6340-405E-95F6-130274D66080}" type="slidenum">
              <a:rPr lang="en-US" altLang="en-US"/>
              <a:pPr/>
              <a:t>‹#›</a:t>
            </a:fld>
            <a:endParaRPr lang="en-US" altLang="en-US"/>
          </a:p>
        </p:txBody>
      </p:sp>
    </p:spTree>
    <p:extLst>
      <p:ext uri="{BB962C8B-B14F-4D97-AF65-F5344CB8AC3E}">
        <p14:creationId xmlns:p14="http://schemas.microsoft.com/office/powerpoint/2010/main" val="178095413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2067" y="1709739"/>
            <a:ext cx="10515163"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2067" y="4589464"/>
            <a:ext cx="105151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6">
            <a:extLst>
              <a:ext uri="{FF2B5EF4-FFF2-40B4-BE49-F238E27FC236}">
                <a16:creationId xmlns:a16="http://schemas.microsoft.com/office/drawing/2014/main" id="{B78891F2-01D2-808A-8208-11D363AE5CAE}"/>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2EC6CB27-E8BC-E015-CE6C-A0848E3BD3F3}"/>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8086AC87-F2E7-714F-BC4B-84356D8C7E31}"/>
              </a:ext>
            </a:extLst>
          </p:cNvPr>
          <p:cNvSpPr>
            <a:spLocks noGrp="1" noChangeArrowheads="1"/>
          </p:cNvSpPr>
          <p:nvPr>
            <p:ph type="sldNum" idx="12"/>
          </p:nvPr>
        </p:nvSpPr>
        <p:spPr>
          <a:ln/>
        </p:spPr>
        <p:txBody>
          <a:bodyPr/>
          <a:lstStyle>
            <a:lvl1pPr>
              <a:defRPr/>
            </a:lvl1pPr>
          </a:lstStyle>
          <a:p>
            <a:fld id="{0184F6BB-71A4-48FF-8DC3-C2298B97FF73}" type="slidenum">
              <a:rPr lang="en-US" altLang="en-US"/>
              <a:pPr/>
              <a:t>‹#›</a:t>
            </a:fld>
            <a:endParaRPr lang="en-US" altLang="en-US"/>
          </a:p>
        </p:txBody>
      </p:sp>
    </p:spTree>
    <p:extLst>
      <p:ext uri="{BB962C8B-B14F-4D97-AF65-F5344CB8AC3E}">
        <p14:creationId xmlns:p14="http://schemas.microsoft.com/office/powerpoint/2010/main" val="80753353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2810" y="1828801"/>
            <a:ext cx="4724042"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99291" y="1828801"/>
            <a:ext cx="4725631"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6">
            <a:extLst>
              <a:ext uri="{FF2B5EF4-FFF2-40B4-BE49-F238E27FC236}">
                <a16:creationId xmlns:a16="http://schemas.microsoft.com/office/drawing/2014/main" id="{E3CD46DC-23B5-3FB2-13C7-FD171A78383F}"/>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3856C768-801E-3B37-FED2-57159EB03730}"/>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AA340A16-FFD3-78F3-0338-DA5A9BA81237}"/>
              </a:ext>
            </a:extLst>
          </p:cNvPr>
          <p:cNvSpPr>
            <a:spLocks noGrp="1" noChangeArrowheads="1"/>
          </p:cNvSpPr>
          <p:nvPr>
            <p:ph type="sldNum" idx="12"/>
          </p:nvPr>
        </p:nvSpPr>
        <p:spPr>
          <a:ln/>
        </p:spPr>
        <p:txBody>
          <a:bodyPr/>
          <a:lstStyle>
            <a:lvl1pPr>
              <a:defRPr/>
            </a:lvl1pPr>
          </a:lstStyle>
          <a:p>
            <a:fld id="{3F080B3F-35FA-4EE4-BF46-3AECF515B51A}" type="slidenum">
              <a:rPr lang="en-US" altLang="en-US"/>
              <a:pPr/>
              <a:t>‹#›</a:t>
            </a:fld>
            <a:endParaRPr lang="en-US" altLang="en-US"/>
          </a:p>
        </p:txBody>
      </p:sp>
    </p:spTree>
    <p:extLst>
      <p:ext uri="{BB962C8B-B14F-4D97-AF65-F5344CB8AC3E}">
        <p14:creationId xmlns:p14="http://schemas.microsoft.com/office/powerpoint/2010/main" val="136079525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6"/>
            <a:ext cx="10515163" cy="1325563"/>
          </a:xfrm>
        </p:spPr>
        <p:txBody>
          <a:bodyPr/>
          <a:lstStyle/>
          <a:p>
            <a:r>
              <a:rPr lang="en-US"/>
              <a:t>Click to edit Master title style</a:t>
            </a:r>
          </a:p>
        </p:txBody>
      </p:sp>
      <p:sp>
        <p:nvSpPr>
          <p:cNvPr id="3" name="Text Placeholder 2"/>
          <p:cNvSpPr>
            <a:spLocks noGrp="1"/>
          </p:cNvSpPr>
          <p:nvPr>
            <p:ph type="body" idx="1"/>
          </p:nvPr>
        </p:nvSpPr>
        <p:spPr>
          <a:xfrm>
            <a:off x="840007" y="1681163"/>
            <a:ext cx="515754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007" y="2505075"/>
            <a:ext cx="515754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20" y="1681163"/>
            <a:ext cx="51829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20" y="2505075"/>
            <a:ext cx="51829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6">
            <a:extLst>
              <a:ext uri="{FF2B5EF4-FFF2-40B4-BE49-F238E27FC236}">
                <a16:creationId xmlns:a16="http://schemas.microsoft.com/office/drawing/2014/main" id="{F3CFE738-56B7-C7DD-60F7-B24B0EE485D7}"/>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8" name="Rectangle 27">
            <a:extLst>
              <a:ext uri="{FF2B5EF4-FFF2-40B4-BE49-F238E27FC236}">
                <a16:creationId xmlns:a16="http://schemas.microsoft.com/office/drawing/2014/main" id="{8F27FC72-1EC5-5A61-73EF-D4FC70108937}"/>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9" name="Rectangle 28">
            <a:extLst>
              <a:ext uri="{FF2B5EF4-FFF2-40B4-BE49-F238E27FC236}">
                <a16:creationId xmlns:a16="http://schemas.microsoft.com/office/drawing/2014/main" id="{9A602D5D-792D-1E9A-0C4F-26111F5F714C}"/>
              </a:ext>
            </a:extLst>
          </p:cNvPr>
          <p:cNvSpPr>
            <a:spLocks noGrp="1" noChangeArrowheads="1"/>
          </p:cNvSpPr>
          <p:nvPr>
            <p:ph type="sldNum" idx="12"/>
          </p:nvPr>
        </p:nvSpPr>
        <p:spPr>
          <a:ln/>
        </p:spPr>
        <p:txBody>
          <a:bodyPr/>
          <a:lstStyle>
            <a:lvl1pPr>
              <a:defRPr/>
            </a:lvl1pPr>
          </a:lstStyle>
          <a:p>
            <a:fld id="{79512A16-CB75-4A3D-B4FA-8915636F129D}" type="slidenum">
              <a:rPr lang="en-US" altLang="en-US"/>
              <a:pPr/>
              <a:t>‹#›</a:t>
            </a:fld>
            <a:endParaRPr lang="en-US" altLang="en-US"/>
          </a:p>
        </p:txBody>
      </p:sp>
    </p:spTree>
    <p:extLst>
      <p:ext uri="{BB962C8B-B14F-4D97-AF65-F5344CB8AC3E}">
        <p14:creationId xmlns:p14="http://schemas.microsoft.com/office/powerpoint/2010/main" val="413271728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6">
            <a:extLst>
              <a:ext uri="{FF2B5EF4-FFF2-40B4-BE49-F238E27FC236}">
                <a16:creationId xmlns:a16="http://schemas.microsoft.com/office/drawing/2014/main" id="{666C5392-27DA-E947-37E0-F4E64FF68D62}"/>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4" name="Rectangle 27">
            <a:extLst>
              <a:ext uri="{FF2B5EF4-FFF2-40B4-BE49-F238E27FC236}">
                <a16:creationId xmlns:a16="http://schemas.microsoft.com/office/drawing/2014/main" id="{29CD9F2C-C587-CDA9-78F1-C322F325F82F}"/>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5" name="Rectangle 28">
            <a:extLst>
              <a:ext uri="{FF2B5EF4-FFF2-40B4-BE49-F238E27FC236}">
                <a16:creationId xmlns:a16="http://schemas.microsoft.com/office/drawing/2014/main" id="{CB95115E-EC51-3799-3DED-D00176A80DCD}"/>
              </a:ext>
            </a:extLst>
          </p:cNvPr>
          <p:cNvSpPr>
            <a:spLocks noGrp="1" noChangeArrowheads="1"/>
          </p:cNvSpPr>
          <p:nvPr>
            <p:ph type="sldNum" idx="12"/>
          </p:nvPr>
        </p:nvSpPr>
        <p:spPr>
          <a:ln/>
        </p:spPr>
        <p:txBody>
          <a:bodyPr/>
          <a:lstStyle>
            <a:lvl1pPr>
              <a:defRPr/>
            </a:lvl1pPr>
          </a:lstStyle>
          <a:p>
            <a:fld id="{FB0CDAF4-A653-4C0E-9310-9DF4F81B98BC}" type="slidenum">
              <a:rPr lang="en-US" altLang="en-US"/>
              <a:pPr/>
              <a:t>‹#›</a:t>
            </a:fld>
            <a:endParaRPr lang="en-US" altLang="en-US"/>
          </a:p>
        </p:txBody>
      </p:sp>
    </p:spTree>
    <p:extLst>
      <p:ext uri="{BB962C8B-B14F-4D97-AF65-F5344CB8AC3E}">
        <p14:creationId xmlns:p14="http://schemas.microsoft.com/office/powerpoint/2010/main" val="159349136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FA7610D4-7EF1-BA67-9569-704023D157EF}"/>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3" name="Rectangle 27">
            <a:extLst>
              <a:ext uri="{FF2B5EF4-FFF2-40B4-BE49-F238E27FC236}">
                <a16:creationId xmlns:a16="http://schemas.microsoft.com/office/drawing/2014/main" id="{DC5DACB6-1F9C-4214-E6DE-680257A6CE9C}"/>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4" name="Rectangle 28">
            <a:extLst>
              <a:ext uri="{FF2B5EF4-FFF2-40B4-BE49-F238E27FC236}">
                <a16:creationId xmlns:a16="http://schemas.microsoft.com/office/drawing/2014/main" id="{5FFA4D07-4CD3-3C0D-64E5-2DEAF970F27C}"/>
              </a:ext>
            </a:extLst>
          </p:cNvPr>
          <p:cNvSpPr>
            <a:spLocks noGrp="1" noChangeArrowheads="1"/>
          </p:cNvSpPr>
          <p:nvPr>
            <p:ph type="sldNum" idx="12"/>
          </p:nvPr>
        </p:nvSpPr>
        <p:spPr>
          <a:ln/>
        </p:spPr>
        <p:txBody>
          <a:bodyPr/>
          <a:lstStyle>
            <a:lvl1pPr>
              <a:defRPr/>
            </a:lvl1pPr>
          </a:lstStyle>
          <a:p>
            <a:fld id="{D2C662C0-9A19-4FAF-AC64-E4E4F0873AB1}" type="slidenum">
              <a:rPr lang="en-US" altLang="en-US"/>
              <a:pPr/>
              <a:t>‹#›</a:t>
            </a:fld>
            <a:endParaRPr lang="en-US" altLang="en-US"/>
          </a:p>
        </p:txBody>
      </p:sp>
    </p:spTree>
    <p:extLst>
      <p:ext uri="{BB962C8B-B14F-4D97-AF65-F5344CB8AC3E}">
        <p14:creationId xmlns:p14="http://schemas.microsoft.com/office/powerpoint/2010/main" val="104462536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2950" y="987426"/>
            <a:ext cx="617222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DF84652C-AADF-791D-8E9E-905219148CF5}"/>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35C820DC-70CA-D091-0AE2-6C7C7DA01DB3}"/>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D0A531C0-C612-E2FD-84AC-E20CA07AD3DD}"/>
              </a:ext>
            </a:extLst>
          </p:cNvPr>
          <p:cNvSpPr>
            <a:spLocks noGrp="1" noChangeArrowheads="1"/>
          </p:cNvSpPr>
          <p:nvPr>
            <p:ph type="sldNum" idx="12"/>
          </p:nvPr>
        </p:nvSpPr>
        <p:spPr>
          <a:ln/>
        </p:spPr>
        <p:txBody>
          <a:bodyPr/>
          <a:lstStyle>
            <a:lvl1pPr>
              <a:defRPr/>
            </a:lvl1pPr>
          </a:lstStyle>
          <a:p>
            <a:fld id="{7B4CB098-2767-42FB-9445-DC276D5E2379}" type="slidenum">
              <a:rPr lang="en-US" altLang="en-US"/>
              <a:pPr/>
              <a:t>‹#›</a:t>
            </a:fld>
            <a:endParaRPr lang="en-US" altLang="en-US"/>
          </a:p>
        </p:txBody>
      </p:sp>
    </p:spTree>
    <p:extLst>
      <p:ext uri="{BB962C8B-B14F-4D97-AF65-F5344CB8AC3E}">
        <p14:creationId xmlns:p14="http://schemas.microsoft.com/office/powerpoint/2010/main" val="350917821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2950" y="987426"/>
            <a:ext cx="617222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78B1B9C6-2179-3749-2517-0E56AEE806E4}"/>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6DF5E57F-1F9C-CC49-C18F-A58A38D43366}"/>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1D4B0F62-2EAC-FD35-A12B-13CB994D4FC1}"/>
              </a:ext>
            </a:extLst>
          </p:cNvPr>
          <p:cNvSpPr>
            <a:spLocks noGrp="1" noChangeArrowheads="1"/>
          </p:cNvSpPr>
          <p:nvPr>
            <p:ph type="sldNum" idx="12"/>
          </p:nvPr>
        </p:nvSpPr>
        <p:spPr>
          <a:ln/>
        </p:spPr>
        <p:txBody>
          <a:bodyPr/>
          <a:lstStyle>
            <a:lvl1pPr>
              <a:defRPr/>
            </a:lvl1pPr>
          </a:lstStyle>
          <a:p>
            <a:fld id="{8134C7B6-D2C0-4143-B504-3E993284E239}" type="slidenum">
              <a:rPr lang="en-US" altLang="en-US"/>
              <a:pPr/>
              <a:t>‹#›</a:t>
            </a:fld>
            <a:endParaRPr lang="en-US" altLang="en-US"/>
          </a:p>
        </p:txBody>
      </p:sp>
    </p:spTree>
    <p:extLst>
      <p:ext uri="{BB962C8B-B14F-4D97-AF65-F5344CB8AC3E}">
        <p14:creationId xmlns:p14="http://schemas.microsoft.com/office/powerpoint/2010/main" val="9799277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9A7BF237-68A2-A2A6-00BF-6B5E09EF461D}"/>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9B574B9D-218D-AA90-8735-ED73AE44D816}"/>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46B2E16A-4BA3-4E4C-064E-0C349A6F74A7}"/>
              </a:ext>
            </a:extLst>
          </p:cNvPr>
          <p:cNvSpPr>
            <a:spLocks noGrp="1" noChangeArrowheads="1"/>
          </p:cNvSpPr>
          <p:nvPr>
            <p:ph type="sldNum" idx="12"/>
          </p:nvPr>
        </p:nvSpPr>
        <p:spPr>
          <a:ln/>
        </p:spPr>
        <p:txBody>
          <a:bodyPr/>
          <a:lstStyle>
            <a:lvl1pPr>
              <a:defRPr/>
            </a:lvl1pPr>
          </a:lstStyle>
          <a:p>
            <a:fld id="{E1741F17-73CF-40C2-853B-0E9293053F6C}" type="slidenum">
              <a:rPr lang="en-US" altLang="en-US"/>
              <a:pPr/>
              <a:t>‹#›</a:t>
            </a:fld>
            <a:endParaRPr lang="en-US" altLang="en-US"/>
          </a:p>
        </p:txBody>
      </p:sp>
    </p:spTree>
    <p:extLst>
      <p:ext uri="{BB962C8B-B14F-4D97-AF65-F5344CB8AC3E}">
        <p14:creationId xmlns:p14="http://schemas.microsoft.com/office/powerpoint/2010/main" val="343209413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5585" y="533401"/>
            <a:ext cx="2399337" cy="54848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2810" y="533401"/>
            <a:ext cx="7050336" cy="54848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F1C953DD-23F5-6103-C646-F855D80B9DD1}"/>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2C50E376-44C2-C4CA-1951-FFD1BF813325}"/>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3DC05F0A-B4A9-F6DD-C2EF-7E32CE14F11C}"/>
              </a:ext>
            </a:extLst>
          </p:cNvPr>
          <p:cNvSpPr>
            <a:spLocks noGrp="1" noChangeArrowheads="1"/>
          </p:cNvSpPr>
          <p:nvPr>
            <p:ph type="sldNum" idx="12"/>
          </p:nvPr>
        </p:nvSpPr>
        <p:spPr>
          <a:ln/>
        </p:spPr>
        <p:txBody>
          <a:bodyPr/>
          <a:lstStyle>
            <a:lvl1pPr>
              <a:defRPr/>
            </a:lvl1pPr>
          </a:lstStyle>
          <a:p>
            <a:fld id="{5D53CD14-0D0F-4BCC-9C77-A411E64557A5}" type="slidenum">
              <a:rPr lang="en-US" altLang="en-US"/>
              <a:pPr/>
              <a:t>‹#›</a:t>
            </a:fld>
            <a:endParaRPr lang="en-US" altLang="en-US"/>
          </a:p>
        </p:txBody>
      </p:sp>
    </p:spTree>
    <p:extLst>
      <p:ext uri="{BB962C8B-B14F-4D97-AF65-F5344CB8AC3E}">
        <p14:creationId xmlns:p14="http://schemas.microsoft.com/office/powerpoint/2010/main" val="422547181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398" y="1122363"/>
            <a:ext cx="9143206" cy="2387600"/>
          </a:xfrm>
        </p:spPr>
        <p:txBody>
          <a:bodyPr/>
          <a:lstStyle>
            <a:lvl1pPr algn="ctr">
              <a:defRPr sz="6000"/>
            </a:lvl1pPr>
          </a:lstStyle>
          <a:p>
            <a:r>
              <a:rPr lang="en-US"/>
              <a:t>Click to edit Master title style</a:t>
            </a:r>
          </a:p>
        </p:txBody>
      </p:sp>
      <p:sp>
        <p:nvSpPr>
          <p:cNvPr id="3" name="Subtitle 2"/>
          <p:cNvSpPr>
            <a:spLocks noGrp="1"/>
          </p:cNvSpPr>
          <p:nvPr>
            <p:ph type="subTitle" idx="1"/>
          </p:nvPr>
        </p:nvSpPr>
        <p:spPr>
          <a:xfrm>
            <a:off x="1524398" y="3602038"/>
            <a:ext cx="914320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82798926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489657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2067" y="1709739"/>
            <a:ext cx="10515163"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2067" y="4589464"/>
            <a:ext cx="105151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73383613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2810" y="1828801"/>
            <a:ext cx="4724042"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99291" y="1828801"/>
            <a:ext cx="4725631"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311615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6"/>
            <a:ext cx="10515163" cy="1325563"/>
          </a:xfrm>
        </p:spPr>
        <p:txBody>
          <a:bodyPr/>
          <a:lstStyle/>
          <a:p>
            <a:r>
              <a:rPr lang="en-US"/>
              <a:t>Click to edit Master title style</a:t>
            </a:r>
          </a:p>
        </p:txBody>
      </p:sp>
      <p:sp>
        <p:nvSpPr>
          <p:cNvPr id="3" name="Text Placeholder 2"/>
          <p:cNvSpPr>
            <a:spLocks noGrp="1"/>
          </p:cNvSpPr>
          <p:nvPr>
            <p:ph type="body" idx="1"/>
          </p:nvPr>
        </p:nvSpPr>
        <p:spPr>
          <a:xfrm>
            <a:off x="840007" y="1681163"/>
            <a:ext cx="515754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007" y="2505075"/>
            <a:ext cx="515754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20" y="1681163"/>
            <a:ext cx="51829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20" y="2505075"/>
            <a:ext cx="51829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0989188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0172248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608512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2950" y="987426"/>
            <a:ext cx="617222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26362852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2950" y="987426"/>
            <a:ext cx="617222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73321299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002804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5585" y="533401"/>
            <a:ext cx="2399337" cy="54848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2810" y="533401"/>
            <a:ext cx="7050336" cy="54848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555616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398" y="1122363"/>
            <a:ext cx="9143206" cy="2387600"/>
          </a:xfrm>
        </p:spPr>
        <p:txBody>
          <a:bodyPr/>
          <a:lstStyle>
            <a:lvl1pPr algn="ctr">
              <a:defRPr sz="6000"/>
            </a:lvl1pPr>
          </a:lstStyle>
          <a:p>
            <a:r>
              <a:rPr lang="en-US"/>
              <a:t>Click to edit Master title style</a:t>
            </a:r>
          </a:p>
        </p:txBody>
      </p:sp>
      <p:sp>
        <p:nvSpPr>
          <p:cNvPr id="3" name="Subtitle 2"/>
          <p:cNvSpPr>
            <a:spLocks noGrp="1"/>
          </p:cNvSpPr>
          <p:nvPr>
            <p:ph type="subTitle" idx="1"/>
          </p:nvPr>
        </p:nvSpPr>
        <p:spPr>
          <a:xfrm>
            <a:off x="1524398" y="3602038"/>
            <a:ext cx="914320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26">
            <a:extLst>
              <a:ext uri="{FF2B5EF4-FFF2-40B4-BE49-F238E27FC236}">
                <a16:creationId xmlns:a16="http://schemas.microsoft.com/office/drawing/2014/main" id="{63C3B856-6946-D178-B1BD-903DA45A85AD}"/>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E8FDA2D4-2156-65B2-F97F-86745EBD8867}"/>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BEDDCBD5-B8AA-CD2E-BD35-79367BC9D8B7}"/>
              </a:ext>
            </a:extLst>
          </p:cNvPr>
          <p:cNvSpPr>
            <a:spLocks noGrp="1" noChangeArrowheads="1"/>
          </p:cNvSpPr>
          <p:nvPr>
            <p:ph type="sldNum" idx="12"/>
          </p:nvPr>
        </p:nvSpPr>
        <p:spPr>
          <a:ln/>
        </p:spPr>
        <p:txBody>
          <a:bodyPr/>
          <a:lstStyle>
            <a:lvl1pPr>
              <a:defRPr/>
            </a:lvl1pPr>
          </a:lstStyle>
          <a:p>
            <a:fld id="{C559930C-F997-47BC-87D7-4C5375656790}" type="slidenum">
              <a:rPr lang="en-US" altLang="en-US"/>
              <a:pPr/>
              <a:t>‹#›</a:t>
            </a:fld>
            <a:endParaRPr lang="en-US" altLang="en-US"/>
          </a:p>
        </p:txBody>
      </p:sp>
    </p:spTree>
    <p:extLst>
      <p:ext uri="{BB962C8B-B14F-4D97-AF65-F5344CB8AC3E}">
        <p14:creationId xmlns:p14="http://schemas.microsoft.com/office/powerpoint/2010/main" val="36299180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999FF949-BFD8-B165-C4D3-2188A7A9D1BE}"/>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ED6FE189-7663-D32F-DD5F-8A0406FBB835}"/>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9E8F7C3F-8F02-DDA6-2B79-F160DC26E96C}"/>
              </a:ext>
            </a:extLst>
          </p:cNvPr>
          <p:cNvSpPr>
            <a:spLocks noGrp="1" noChangeArrowheads="1"/>
          </p:cNvSpPr>
          <p:nvPr>
            <p:ph type="sldNum" idx="12"/>
          </p:nvPr>
        </p:nvSpPr>
        <p:spPr>
          <a:ln/>
        </p:spPr>
        <p:txBody>
          <a:bodyPr/>
          <a:lstStyle>
            <a:lvl1pPr>
              <a:defRPr/>
            </a:lvl1pPr>
          </a:lstStyle>
          <a:p>
            <a:fld id="{BF046874-A410-47F8-B738-22C8F687B26C}" type="slidenum">
              <a:rPr lang="en-US" altLang="en-US"/>
              <a:pPr/>
              <a:t>‹#›</a:t>
            </a:fld>
            <a:endParaRPr lang="en-US" altLang="en-US"/>
          </a:p>
        </p:txBody>
      </p:sp>
    </p:spTree>
    <p:extLst>
      <p:ext uri="{BB962C8B-B14F-4D97-AF65-F5344CB8AC3E}">
        <p14:creationId xmlns:p14="http://schemas.microsoft.com/office/powerpoint/2010/main" val="353372563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2067" y="1709739"/>
            <a:ext cx="10515163"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2067" y="4589464"/>
            <a:ext cx="105151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6">
            <a:extLst>
              <a:ext uri="{FF2B5EF4-FFF2-40B4-BE49-F238E27FC236}">
                <a16:creationId xmlns:a16="http://schemas.microsoft.com/office/drawing/2014/main" id="{EDE7A706-0F86-187A-9A6E-18BFB3210172}"/>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47533DE7-0582-E76A-4E78-9AFC23ADF51F}"/>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2921E256-3067-C914-8E3D-3B8773E7B29C}"/>
              </a:ext>
            </a:extLst>
          </p:cNvPr>
          <p:cNvSpPr>
            <a:spLocks noGrp="1" noChangeArrowheads="1"/>
          </p:cNvSpPr>
          <p:nvPr>
            <p:ph type="sldNum" idx="12"/>
          </p:nvPr>
        </p:nvSpPr>
        <p:spPr>
          <a:ln/>
        </p:spPr>
        <p:txBody>
          <a:bodyPr/>
          <a:lstStyle>
            <a:lvl1pPr>
              <a:defRPr/>
            </a:lvl1pPr>
          </a:lstStyle>
          <a:p>
            <a:fld id="{8E84CB42-FEF3-4E2F-95A9-0DBE091BCBDE}" type="slidenum">
              <a:rPr lang="en-US" altLang="en-US"/>
              <a:pPr/>
              <a:t>‹#›</a:t>
            </a:fld>
            <a:endParaRPr lang="en-US" altLang="en-US"/>
          </a:p>
        </p:txBody>
      </p:sp>
    </p:spTree>
    <p:extLst>
      <p:ext uri="{BB962C8B-B14F-4D97-AF65-F5344CB8AC3E}">
        <p14:creationId xmlns:p14="http://schemas.microsoft.com/office/powerpoint/2010/main" val="288718073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2810" y="1828801"/>
            <a:ext cx="4724042"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99291" y="1828801"/>
            <a:ext cx="4725631"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6">
            <a:extLst>
              <a:ext uri="{FF2B5EF4-FFF2-40B4-BE49-F238E27FC236}">
                <a16:creationId xmlns:a16="http://schemas.microsoft.com/office/drawing/2014/main" id="{C9D2148F-7613-F620-C417-F88F142130B5}"/>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D1AB1484-2906-0079-7F5E-1FA42EE66D6A}"/>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A5927B0F-574F-92BC-5F1E-B9DF064AED12}"/>
              </a:ext>
            </a:extLst>
          </p:cNvPr>
          <p:cNvSpPr>
            <a:spLocks noGrp="1" noChangeArrowheads="1"/>
          </p:cNvSpPr>
          <p:nvPr>
            <p:ph type="sldNum" idx="12"/>
          </p:nvPr>
        </p:nvSpPr>
        <p:spPr>
          <a:ln/>
        </p:spPr>
        <p:txBody>
          <a:bodyPr/>
          <a:lstStyle>
            <a:lvl1pPr>
              <a:defRPr/>
            </a:lvl1pPr>
          </a:lstStyle>
          <a:p>
            <a:fld id="{F8F0DD2B-7EAD-4866-AC87-785F213685B6}" type="slidenum">
              <a:rPr lang="en-US" altLang="en-US"/>
              <a:pPr/>
              <a:t>‹#›</a:t>
            </a:fld>
            <a:endParaRPr lang="en-US" altLang="en-US"/>
          </a:p>
        </p:txBody>
      </p:sp>
    </p:spTree>
    <p:extLst>
      <p:ext uri="{BB962C8B-B14F-4D97-AF65-F5344CB8AC3E}">
        <p14:creationId xmlns:p14="http://schemas.microsoft.com/office/powerpoint/2010/main" val="307484199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6"/>
            <a:ext cx="10515163" cy="1325563"/>
          </a:xfrm>
        </p:spPr>
        <p:txBody>
          <a:bodyPr/>
          <a:lstStyle/>
          <a:p>
            <a:r>
              <a:rPr lang="en-US"/>
              <a:t>Click to edit Master title style</a:t>
            </a:r>
          </a:p>
        </p:txBody>
      </p:sp>
      <p:sp>
        <p:nvSpPr>
          <p:cNvPr id="3" name="Text Placeholder 2"/>
          <p:cNvSpPr>
            <a:spLocks noGrp="1"/>
          </p:cNvSpPr>
          <p:nvPr>
            <p:ph type="body" idx="1"/>
          </p:nvPr>
        </p:nvSpPr>
        <p:spPr>
          <a:xfrm>
            <a:off x="840007" y="1681163"/>
            <a:ext cx="515754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007" y="2505075"/>
            <a:ext cx="515754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20" y="1681163"/>
            <a:ext cx="51829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20" y="2505075"/>
            <a:ext cx="51829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6">
            <a:extLst>
              <a:ext uri="{FF2B5EF4-FFF2-40B4-BE49-F238E27FC236}">
                <a16:creationId xmlns:a16="http://schemas.microsoft.com/office/drawing/2014/main" id="{F1A9E987-963C-7766-A43C-D7515D3EFADB}"/>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8" name="Rectangle 27">
            <a:extLst>
              <a:ext uri="{FF2B5EF4-FFF2-40B4-BE49-F238E27FC236}">
                <a16:creationId xmlns:a16="http://schemas.microsoft.com/office/drawing/2014/main" id="{353B1DC5-7CA5-8B71-09A7-ACF5E61693D5}"/>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9" name="Rectangle 28">
            <a:extLst>
              <a:ext uri="{FF2B5EF4-FFF2-40B4-BE49-F238E27FC236}">
                <a16:creationId xmlns:a16="http://schemas.microsoft.com/office/drawing/2014/main" id="{F9174F84-4ECA-6BAA-4EBB-9482AA9197FF}"/>
              </a:ext>
            </a:extLst>
          </p:cNvPr>
          <p:cNvSpPr>
            <a:spLocks noGrp="1" noChangeArrowheads="1"/>
          </p:cNvSpPr>
          <p:nvPr>
            <p:ph type="sldNum" idx="12"/>
          </p:nvPr>
        </p:nvSpPr>
        <p:spPr>
          <a:ln/>
        </p:spPr>
        <p:txBody>
          <a:bodyPr/>
          <a:lstStyle>
            <a:lvl1pPr>
              <a:defRPr/>
            </a:lvl1pPr>
          </a:lstStyle>
          <a:p>
            <a:fld id="{BCDC8882-277C-46F2-92B4-E68D65F46A32}" type="slidenum">
              <a:rPr lang="en-US" altLang="en-US"/>
              <a:pPr/>
              <a:t>‹#›</a:t>
            </a:fld>
            <a:endParaRPr lang="en-US" altLang="en-US"/>
          </a:p>
        </p:txBody>
      </p:sp>
    </p:spTree>
    <p:extLst>
      <p:ext uri="{BB962C8B-B14F-4D97-AF65-F5344CB8AC3E}">
        <p14:creationId xmlns:p14="http://schemas.microsoft.com/office/powerpoint/2010/main" val="122472174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6">
            <a:extLst>
              <a:ext uri="{FF2B5EF4-FFF2-40B4-BE49-F238E27FC236}">
                <a16:creationId xmlns:a16="http://schemas.microsoft.com/office/drawing/2014/main" id="{B042FFAB-2FC2-8800-4916-4C078DB0486F}"/>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4" name="Rectangle 27">
            <a:extLst>
              <a:ext uri="{FF2B5EF4-FFF2-40B4-BE49-F238E27FC236}">
                <a16:creationId xmlns:a16="http://schemas.microsoft.com/office/drawing/2014/main" id="{B3833FCE-64A0-34A7-58B5-D327E6C7E132}"/>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5" name="Rectangle 28">
            <a:extLst>
              <a:ext uri="{FF2B5EF4-FFF2-40B4-BE49-F238E27FC236}">
                <a16:creationId xmlns:a16="http://schemas.microsoft.com/office/drawing/2014/main" id="{64D9025D-72E9-6B15-40BD-8F6CB985AFBA}"/>
              </a:ext>
            </a:extLst>
          </p:cNvPr>
          <p:cNvSpPr>
            <a:spLocks noGrp="1" noChangeArrowheads="1"/>
          </p:cNvSpPr>
          <p:nvPr>
            <p:ph type="sldNum" idx="12"/>
          </p:nvPr>
        </p:nvSpPr>
        <p:spPr>
          <a:ln/>
        </p:spPr>
        <p:txBody>
          <a:bodyPr/>
          <a:lstStyle>
            <a:lvl1pPr>
              <a:defRPr/>
            </a:lvl1pPr>
          </a:lstStyle>
          <a:p>
            <a:fld id="{F1363F63-CF4D-4FE4-9FA7-C53B6DD654FB}" type="slidenum">
              <a:rPr lang="en-US" altLang="en-US"/>
              <a:pPr/>
              <a:t>‹#›</a:t>
            </a:fld>
            <a:endParaRPr lang="en-US" altLang="en-US"/>
          </a:p>
        </p:txBody>
      </p:sp>
    </p:spTree>
    <p:extLst>
      <p:ext uri="{BB962C8B-B14F-4D97-AF65-F5344CB8AC3E}">
        <p14:creationId xmlns:p14="http://schemas.microsoft.com/office/powerpoint/2010/main" val="336157246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B041E27F-F54A-40FE-4BDE-22FAC328BF59}"/>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3" name="Rectangle 27">
            <a:extLst>
              <a:ext uri="{FF2B5EF4-FFF2-40B4-BE49-F238E27FC236}">
                <a16:creationId xmlns:a16="http://schemas.microsoft.com/office/drawing/2014/main" id="{B593F847-D898-193A-ACB4-8E0482016F8B}"/>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4" name="Rectangle 28">
            <a:extLst>
              <a:ext uri="{FF2B5EF4-FFF2-40B4-BE49-F238E27FC236}">
                <a16:creationId xmlns:a16="http://schemas.microsoft.com/office/drawing/2014/main" id="{950FE465-8FF8-4288-5B70-5EFF57DC1784}"/>
              </a:ext>
            </a:extLst>
          </p:cNvPr>
          <p:cNvSpPr>
            <a:spLocks noGrp="1" noChangeArrowheads="1"/>
          </p:cNvSpPr>
          <p:nvPr>
            <p:ph type="sldNum" idx="12"/>
          </p:nvPr>
        </p:nvSpPr>
        <p:spPr>
          <a:ln/>
        </p:spPr>
        <p:txBody>
          <a:bodyPr/>
          <a:lstStyle>
            <a:lvl1pPr>
              <a:defRPr/>
            </a:lvl1pPr>
          </a:lstStyle>
          <a:p>
            <a:fld id="{054DF8D4-7CA4-46F3-A2BE-194EDB460ECB}" type="slidenum">
              <a:rPr lang="en-US" altLang="en-US"/>
              <a:pPr/>
              <a:t>‹#›</a:t>
            </a:fld>
            <a:endParaRPr lang="en-US" altLang="en-US"/>
          </a:p>
        </p:txBody>
      </p:sp>
    </p:spTree>
    <p:extLst>
      <p:ext uri="{BB962C8B-B14F-4D97-AF65-F5344CB8AC3E}">
        <p14:creationId xmlns:p14="http://schemas.microsoft.com/office/powerpoint/2010/main" val="309264021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2950" y="987426"/>
            <a:ext cx="617222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F7184E38-9477-7B46-26F3-68CB3CD7F08B}"/>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0716A10A-342C-4AF6-6324-7B773FBCC61B}"/>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400BD81B-75C5-DF07-595A-F4AD21B11C7A}"/>
              </a:ext>
            </a:extLst>
          </p:cNvPr>
          <p:cNvSpPr>
            <a:spLocks noGrp="1" noChangeArrowheads="1"/>
          </p:cNvSpPr>
          <p:nvPr>
            <p:ph type="sldNum" idx="12"/>
          </p:nvPr>
        </p:nvSpPr>
        <p:spPr>
          <a:ln/>
        </p:spPr>
        <p:txBody>
          <a:bodyPr/>
          <a:lstStyle>
            <a:lvl1pPr>
              <a:defRPr/>
            </a:lvl1pPr>
          </a:lstStyle>
          <a:p>
            <a:fld id="{D29EB678-B936-440D-BE45-0399605DCAB1}" type="slidenum">
              <a:rPr lang="en-US" altLang="en-US"/>
              <a:pPr/>
              <a:t>‹#›</a:t>
            </a:fld>
            <a:endParaRPr lang="en-US" altLang="en-US"/>
          </a:p>
        </p:txBody>
      </p:sp>
    </p:spTree>
    <p:extLst>
      <p:ext uri="{BB962C8B-B14F-4D97-AF65-F5344CB8AC3E}">
        <p14:creationId xmlns:p14="http://schemas.microsoft.com/office/powerpoint/2010/main" val="379051739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2950" y="987426"/>
            <a:ext cx="617222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329E90F7-B851-B93F-1F57-A5E3535CD881}"/>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B074B2DB-379C-314B-4829-639FA83BB636}"/>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0A1B25E6-FD5D-75FB-41B7-2C54AD9D697F}"/>
              </a:ext>
            </a:extLst>
          </p:cNvPr>
          <p:cNvSpPr>
            <a:spLocks noGrp="1" noChangeArrowheads="1"/>
          </p:cNvSpPr>
          <p:nvPr>
            <p:ph type="sldNum" idx="12"/>
          </p:nvPr>
        </p:nvSpPr>
        <p:spPr>
          <a:ln/>
        </p:spPr>
        <p:txBody>
          <a:bodyPr/>
          <a:lstStyle>
            <a:lvl1pPr>
              <a:defRPr/>
            </a:lvl1pPr>
          </a:lstStyle>
          <a:p>
            <a:fld id="{BEE4D470-F30B-4A2B-A44E-36465EAC5F09}" type="slidenum">
              <a:rPr lang="en-US" altLang="en-US"/>
              <a:pPr/>
              <a:t>‹#›</a:t>
            </a:fld>
            <a:endParaRPr lang="en-US" altLang="en-US"/>
          </a:p>
        </p:txBody>
      </p:sp>
    </p:spTree>
    <p:extLst>
      <p:ext uri="{BB962C8B-B14F-4D97-AF65-F5344CB8AC3E}">
        <p14:creationId xmlns:p14="http://schemas.microsoft.com/office/powerpoint/2010/main" val="390803850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3B74D1D8-1DD1-B692-DCFD-EC3C79D4DDFA}"/>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14353A90-35C6-1FAB-7781-44D8B5B3EC96}"/>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A60FE829-D35A-6FD5-250B-4746A1DE6EFB}"/>
              </a:ext>
            </a:extLst>
          </p:cNvPr>
          <p:cNvSpPr>
            <a:spLocks noGrp="1" noChangeArrowheads="1"/>
          </p:cNvSpPr>
          <p:nvPr>
            <p:ph type="sldNum" idx="12"/>
          </p:nvPr>
        </p:nvSpPr>
        <p:spPr>
          <a:ln/>
        </p:spPr>
        <p:txBody>
          <a:bodyPr/>
          <a:lstStyle>
            <a:lvl1pPr>
              <a:defRPr/>
            </a:lvl1pPr>
          </a:lstStyle>
          <a:p>
            <a:fld id="{81F66093-3F90-468C-843B-0055F7CAAFE9}" type="slidenum">
              <a:rPr lang="en-US" altLang="en-US"/>
              <a:pPr/>
              <a:t>‹#›</a:t>
            </a:fld>
            <a:endParaRPr lang="en-US" altLang="en-US"/>
          </a:p>
        </p:txBody>
      </p:sp>
    </p:spTree>
    <p:extLst>
      <p:ext uri="{BB962C8B-B14F-4D97-AF65-F5344CB8AC3E}">
        <p14:creationId xmlns:p14="http://schemas.microsoft.com/office/powerpoint/2010/main" val="344281669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5585" y="533401"/>
            <a:ext cx="2399337" cy="54848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2810" y="533401"/>
            <a:ext cx="7050336" cy="54848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E842F6DE-FF01-84EC-8449-AE468C70E770}"/>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626CB30D-4F3B-35B0-9F1B-498307ED13CC}"/>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9BF82565-69F3-00D3-9493-F9747CE1F473}"/>
              </a:ext>
            </a:extLst>
          </p:cNvPr>
          <p:cNvSpPr>
            <a:spLocks noGrp="1" noChangeArrowheads="1"/>
          </p:cNvSpPr>
          <p:nvPr>
            <p:ph type="sldNum" idx="12"/>
          </p:nvPr>
        </p:nvSpPr>
        <p:spPr>
          <a:ln/>
        </p:spPr>
        <p:txBody>
          <a:bodyPr/>
          <a:lstStyle>
            <a:lvl1pPr>
              <a:defRPr/>
            </a:lvl1pPr>
          </a:lstStyle>
          <a:p>
            <a:fld id="{E0B20D77-1AD9-47BE-8CFE-F71D2CDD8712}" type="slidenum">
              <a:rPr lang="en-US" altLang="en-US"/>
              <a:pPr/>
              <a:t>‹#›</a:t>
            </a:fld>
            <a:endParaRPr lang="en-US" altLang="en-US"/>
          </a:p>
        </p:txBody>
      </p:sp>
    </p:spTree>
    <p:extLst>
      <p:ext uri="{BB962C8B-B14F-4D97-AF65-F5344CB8AC3E}">
        <p14:creationId xmlns:p14="http://schemas.microsoft.com/office/powerpoint/2010/main" val="199257450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398" y="1122363"/>
            <a:ext cx="9143206" cy="2387600"/>
          </a:xfrm>
        </p:spPr>
        <p:txBody>
          <a:bodyPr/>
          <a:lstStyle>
            <a:lvl1pPr algn="ctr">
              <a:defRPr sz="6000"/>
            </a:lvl1pPr>
          </a:lstStyle>
          <a:p>
            <a:r>
              <a:rPr lang="en-US"/>
              <a:t>Click to edit Master title style</a:t>
            </a:r>
          </a:p>
        </p:txBody>
      </p:sp>
      <p:sp>
        <p:nvSpPr>
          <p:cNvPr id="3" name="Subtitle 2"/>
          <p:cNvSpPr>
            <a:spLocks noGrp="1"/>
          </p:cNvSpPr>
          <p:nvPr>
            <p:ph type="subTitle" idx="1"/>
          </p:nvPr>
        </p:nvSpPr>
        <p:spPr>
          <a:xfrm>
            <a:off x="1524398" y="3602038"/>
            <a:ext cx="914320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26">
            <a:extLst>
              <a:ext uri="{FF2B5EF4-FFF2-40B4-BE49-F238E27FC236}">
                <a16:creationId xmlns:a16="http://schemas.microsoft.com/office/drawing/2014/main" id="{B934E617-20CB-254E-D4BC-9E06DA1C4CD9}"/>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53C1CA02-6CE2-F1ED-DBCB-3E231195DF78}"/>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89E86EE5-9911-63C1-1F5F-7F398235B477}"/>
              </a:ext>
            </a:extLst>
          </p:cNvPr>
          <p:cNvSpPr>
            <a:spLocks noGrp="1" noChangeArrowheads="1"/>
          </p:cNvSpPr>
          <p:nvPr>
            <p:ph type="sldNum" idx="12"/>
          </p:nvPr>
        </p:nvSpPr>
        <p:spPr>
          <a:ln/>
        </p:spPr>
        <p:txBody>
          <a:bodyPr/>
          <a:lstStyle>
            <a:lvl1pPr>
              <a:defRPr/>
            </a:lvl1pPr>
          </a:lstStyle>
          <a:p>
            <a:fld id="{5D17D8A0-8158-4A7C-8CDD-8D175863442B}" type="slidenum">
              <a:rPr lang="en-US" altLang="en-US"/>
              <a:pPr/>
              <a:t>‹#›</a:t>
            </a:fld>
            <a:endParaRPr lang="en-US" altLang="en-US"/>
          </a:p>
        </p:txBody>
      </p:sp>
    </p:spTree>
    <p:extLst>
      <p:ext uri="{BB962C8B-B14F-4D97-AF65-F5344CB8AC3E}">
        <p14:creationId xmlns:p14="http://schemas.microsoft.com/office/powerpoint/2010/main" val="6705445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2EC484E8-4BDB-BE47-CA84-0F2EEF8D4852}"/>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A3ECC9BB-2AD3-93C8-1E36-7001C6F3DEB0}"/>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570785C1-D644-45F2-161B-3BFE2653C232}"/>
              </a:ext>
            </a:extLst>
          </p:cNvPr>
          <p:cNvSpPr>
            <a:spLocks noGrp="1" noChangeArrowheads="1"/>
          </p:cNvSpPr>
          <p:nvPr>
            <p:ph type="sldNum" idx="12"/>
          </p:nvPr>
        </p:nvSpPr>
        <p:spPr>
          <a:ln/>
        </p:spPr>
        <p:txBody>
          <a:bodyPr/>
          <a:lstStyle>
            <a:lvl1pPr>
              <a:defRPr/>
            </a:lvl1pPr>
          </a:lstStyle>
          <a:p>
            <a:fld id="{1D8DDA24-46C7-441F-BC32-1F366A761C00}" type="slidenum">
              <a:rPr lang="en-US" altLang="en-US"/>
              <a:pPr/>
              <a:t>‹#›</a:t>
            </a:fld>
            <a:endParaRPr lang="en-US" altLang="en-US"/>
          </a:p>
        </p:txBody>
      </p:sp>
    </p:spTree>
    <p:extLst>
      <p:ext uri="{BB962C8B-B14F-4D97-AF65-F5344CB8AC3E}">
        <p14:creationId xmlns:p14="http://schemas.microsoft.com/office/powerpoint/2010/main" val="302848615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2067" y="1709739"/>
            <a:ext cx="10515163"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2067" y="4589464"/>
            <a:ext cx="105151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6">
            <a:extLst>
              <a:ext uri="{FF2B5EF4-FFF2-40B4-BE49-F238E27FC236}">
                <a16:creationId xmlns:a16="http://schemas.microsoft.com/office/drawing/2014/main" id="{78EAFF2A-8FDE-1670-3CF8-370E9E61CAE5}"/>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D02535F6-1B37-95C0-9160-365454667B02}"/>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4D9F7DBA-0C3A-7074-661C-D6D4D04ED356}"/>
              </a:ext>
            </a:extLst>
          </p:cNvPr>
          <p:cNvSpPr>
            <a:spLocks noGrp="1" noChangeArrowheads="1"/>
          </p:cNvSpPr>
          <p:nvPr>
            <p:ph type="sldNum" idx="12"/>
          </p:nvPr>
        </p:nvSpPr>
        <p:spPr>
          <a:ln/>
        </p:spPr>
        <p:txBody>
          <a:bodyPr/>
          <a:lstStyle>
            <a:lvl1pPr>
              <a:defRPr/>
            </a:lvl1pPr>
          </a:lstStyle>
          <a:p>
            <a:fld id="{944A1E46-0FB3-4BAE-8BF6-70469193DB67}" type="slidenum">
              <a:rPr lang="en-US" altLang="en-US"/>
              <a:pPr/>
              <a:t>‹#›</a:t>
            </a:fld>
            <a:endParaRPr lang="en-US" altLang="en-US"/>
          </a:p>
        </p:txBody>
      </p:sp>
    </p:spTree>
    <p:extLst>
      <p:ext uri="{BB962C8B-B14F-4D97-AF65-F5344CB8AC3E}">
        <p14:creationId xmlns:p14="http://schemas.microsoft.com/office/powerpoint/2010/main" val="209615206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2810" y="1828801"/>
            <a:ext cx="4724042"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99291" y="1828801"/>
            <a:ext cx="4725631"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6">
            <a:extLst>
              <a:ext uri="{FF2B5EF4-FFF2-40B4-BE49-F238E27FC236}">
                <a16:creationId xmlns:a16="http://schemas.microsoft.com/office/drawing/2014/main" id="{5C287F5A-204C-165B-AC16-B75968E3A08D}"/>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26B72A03-E8DD-7357-1D42-9CEC18053412}"/>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EB9AC8C7-B7C6-240C-0F64-ADD50294284F}"/>
              </a:ext>
            </a:extLst>
          </p:cNvPr>
          <p:cNvSpPr>
            <a:spLocks noGrp="1" noChangeArrowheads="1"/>
          </p:cNvSpPr>
          <p:nvPr>
            <p:ph type="sldNum" idx="12"/>
          </p:nvPr>
        </p:nvSpPr>
        <p:spPr>
          <a:ln/>
        </p:spPr>
        <p:txBody>
          <a:bodyPr/>
          <a:lstStyle>
            <a:lvl1pPr>
              <a:defRPr/>
            </a:lvl1pPr>
          </a:lstStyle>
          <a:p>
            <a:fld id="{88ED7197-5F46-425F-9676-91470BE21E43}" type="slidenum">
              <a:rPr lang="en-US" altLang="en-US"/>
              <a:pPr/>
              <a:t>‹#›</a:t>
            </a:fld>
            <a:endParaRPr lang="en-US" altLang="en-US"/>
          </a:p>
        </p:txBody>
      </p:sp>
    </p:spTree>
    <p:extLst>
      <p:ext uri="{BB962C8B-B14F-4D97-AF65-F5344CB8AC3E}">
        <p14:creationId xmlns:p14="http://schemas.microsoft.com/office/powerpoint/2010/main" val="225409690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6"/>
            <a:ext cx="10515163" cy="1325563"/>
          </a:xfrm>
        </p:spPr>
        <p:txBody>
          <a:bodyPr/>
          <a:lstStyle/>
          <a:p>
            <a:r>
              <a:rPr lang="en-US"/>
              <a:t>Click to edit Master title style</a:t>
            </a:r>
          </a:p>
        </p:txBody>
      </p:sp>
      <p:sp>
        <p:nvSpPr>
          <p:cNvPr id="3" name="Text Placeholder 2"/>
          <p:cNvSpPr>
            <a:spLocks noGrp="1"/>
          </p:cNvSpPr>
          <p:nvPr>
            <p:ph type="body" idx="1"/>
          </p:nvPr>
        </p:nvSpPr>
        <p:spPr>
          <a:xfrm>
            <a:off x="840007" y="1681163"/>
            <a:ext cx="515754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007" y="2505075"/>
            <a:ext cx="515754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20" y="1681163"/>
            <a:ext cx="51829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20" y="2505075"/>
            <a:ext cx="51829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6">
            <a:extLst>
              <a:ext uri="{FF2B5EF4-FFF2-40B4-BE49-F238E27FC236}">
                <a16:creationId xmlns:a16="http://schemas.microsoft.com/office/drawing/2014/main" id="{20E5C5E7-F70D-A25C-72D9-6F00BF934601}"/>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8" name="Rectangle 27">
            <a:extLst>
              <a:ext uri="{FF2B5EF4-FFF2-40B4-BE49-F238E27FC236}">
                <a16:creationId xmlns:a16="http://schemas.microsoft.com/office/drawing/2014/main" id="{B10A90B5-9709-4FE9-62D2-A72955518E17}"/>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9" name="Rectangle 28">
            <a:extLst>
              <a:ext uri="{FF2B5EF4-FFF2-40B4-BE49-F238E27FC236}">
                <a16:creationId xmlns:a16="http://schemas.microsoft.com/office/drawing/2014/main" id="{4B43C78D-1AA4-2E6E-0B62-8E3DA766E812}"/>
              </a:ext>
            </a:extLst>
          </p:cNvPr>
          <p:cNvSpPr>
            <a:spLocks noGrp="1" noChangeArrowheads="1"/>
          </p:cNvSpPr>
          <p:nvPr>
            <p:ph type="sldNum" idx="12"/>
          </p:nvPr>
        </p:nvSpPr>
        <p:spPr>
          <a:ln/>
        </p:spPr>
        <p:txBody>
          <a:bodyPr/>
          <a:lstStyle>
            <a:lvl1pPr>
              <a:defRPr/>
            </a:lvl1pPr>
          </a:lstStyle>
          <a:p>
            <a:fld id="{786C4713-BE22-4422-803D-509DBC6FF739}" type="slidenum">
              <a:rPr lang="en-US" altLang="en-US"/>
              <a:pPr/>
              <a:t>‹#›</a:t>
            </a:fld>
            <a:endParaRPr lang="en-US" altLang="en-US"/>
          </a:p>
        </p:txBody>
      </p:sp>
    </p:spTree>
    <p:extLst>
      <p:ext uri="{BB962C8B-B14F-4D97-AF65-F5344CB8AC3E}">
        <p14:creationId xmlns:p14="http://schemas.microsoft.com/office/powerpoint/2010/main" val="115409075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6">
            <a:extLst>
              <a:ext uri="{FF2B5EF4-FFF2-40B4-BE49-F238E27FC236}">
                <a16:creationId xmlns:a16="http://schemas.microsoft.com/office/drawing/2014/main" id="{DD990156-D535-B3D2-911B-126D45886CC9}"/>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4" name="Rectangle 27">
            <a:extLst>
              <a:ext uri="{FF2B5EF4-FFF2-40B4-BE49-F238E27FC236}">
                <a16:creationId xmlns:a16="http://schemas.microsoft.com/office/drawing/2014/main" id="{8C9C93BD-4E5A-99CB-4B17-AC7A1E7A4C7F}"/>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5" name="Rectangle 28">
            <a:extLst>
              <a:ext uri="{FF2B5EF4-FFF2-40B4-BE49-F238E27FC236}">
                <a16:creationId xmlns:a16="http://schemas.microsoft.com/office/drawing/2014/main" id="{200046D2-E862-6192-CF01-BE8712111A74}"/>
              </a:ext>
            </a:extLst>
          </p:cNvPr>
          <p:cNvSpPr>
            <a:spLocks noGrp="1" noChangeArrowheads="1"/>
          </p:cNvSpPr>
          <p:nvPr>
            <p:ph type="sldNum" idx="12"/>
          </p:nvPr>
        </p:nvSpPr>
        <p:spPr>
          <a:ln/>
        </p:spPr>
        <p:txBody>
          <a:bodyPr/>
          <a:lstStyle>
            <a:lvl1pPr>
              <a:defRPr/>
            </a:lvl1pPr>
          </a:lstStyle>
          <a:p>
            <a:fld id="{7E9259BC-0210-4A17-8BA6-580315841A8F}" type="slidenum">
              <a:rPr lang="en-US" altLang="en-US"/>
              <a:pPr/>
              <a:t>‹#›</a:t>
            </a:fld>
            <a:endParaRPr lang="en-US" altLang="en-US"/>
          </a:p>
        </p:txBody>
      </p:sp>
    </p:spTree>
    <p:extLst>
      <p:ext uri="{BB962C8B-B14F-4D97-AF65-F5344CB8AC3E}">
        <p14:creationId xmlns:p14="http://schemas.microsoft.com/office/powerpoint/2010/main" val="116347909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668F06D-B38B-9C4B-4704-0DD0031F9153}"/>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3" name="Rectangle 27">
            <a:extLst>
              <a:ext uri="{FF2B5EF4-FFF2-40B4-BE49-F238E27FC236}">
                <a16:creationId xmlns:a16="http://schemas.microsoft.com/office/drawing/2014/main" id="{A7DB9D10-C89B-7913-A328-5E4BAD2EF97F}"/>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4" name="Rectangle 28">
            <a:extLst>
              <a:ext uri="{FF2B5EF4-FFF2-40B4-BE49-F238E27FC236}">
                <a16:creationId xmlns:a16="http://schemas.microsoft.com/office/drawing/2014/main" id="{B43B52D8-432E-F0CC-ADA4-786666992338}"/>
              </a:ext>
            </a:extLst>
          </p:cNvPr>
          <p:cNvSpPr>
            <a:spLocks noGrp="1" noChangeArrowheads="1"/>
          </p:cNvSpPr>
          <p:nvPr>
            <p:ph type="sldNum" idx="12"/>
          </p:nvPr>
        </p:nvSpPr>
        <p:spPr>
          <a:ln/>
        </p:spPr>
        <p:txBody>
          <a:bodyPr/>
          <a:lstStyle>
            <a:lvl1pPr>
              <a:defRPr/>
            </a:lvl1pPr>
          </a:lstStyle>
          <a:p>
            <a:fld id="{DEC5CBA6-9574-4A4D-836A-30CD07D4A02B}" type="slidenum">
              <a:rPr lang="en-US" altLang="en-US"/>
              <a:pPr/>
              <a:t>‹#›</a:t>
            </a:fld>
            <a:endParaRPr lang="en-US" altLang="en-US"/>
          </a:p>
        </p:txBody>
      </p:sp>
    </p:spTree>
    <p:extLst>
      <p:ext uri="{BB962C8B-B14F-4D97-AF65-F5344CB8AC3E}">
        <p14:creationId xmlns:p14="http://schemas.microsoft.com/office/powerpoint/2010/main" val="280030329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2950" y="987426"/>
            <a:ext cx="617222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1800E372-8063-6FB5-CAE5-E3C0BC984987}"/>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826EA132-3F26-ACA7-2BD6-573268BAFB03}"/>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34DC8D08-56FB-00E6-CF6D-974DA258806E}"/>
              </a:ext>
            </a:extLst>
          </p:cNvPr>
          <p:cNvSpPr>
            <a:spLocks noGrp="1" noChangeArrowheads="1"/>
          </p:cNvSpPr>
          <p:nvPr>
            <p:ph type="sldNum" idx="12"/>
          </p:nvPr>
        </p:nvSpPr>
        <p:spPr>
          <a:ln/>
        </p:spPr>
        <p:txBody>
          <a:bodyPr/>
          <a:lstStyle>
            <a:lvl1pPr>
              <a:defRPr/>
            </a:lvl1pPr>
          </a:lstStyle>
          <a:p>
            <a:fld id="{8840758A-7ED7-46BF-81F8-C3AA0B9EEB02}" type="slidenum">
              <a:rPr lang="en-US" altLang="en-US"/>
              <a:pPr/>
              <a:t>‹#›</a:t>
            </a:fld>
            <a:endParaRPr lang="en-US" altLang="en-US"/>
          </a:p>
        </p:txBody>
      </p:sp>
    </p:spTree>
    <p:extLst>
      <p:ext uri="{BB962C8B-B14F-4D97-AF65-F5344CB8AC3E}">
        <p14:creationId xmlns:p14="http://schemas.microsoft.com/office/powerpoint/2010/main" val="251926391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2950" y="987426"/>
            <a:ext cx="617222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2164795D-FC8F-45F6-4B0E-F9741AD4B07E}"/>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69AC95C9-2115-92FF-4EA5-D3FAE5CFB096}"/>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75BB22F6-E3A7-B30A-9BBD-38F169533F2C}"/>
              </a:ext>
            </a:extLst>
          </p:cNvPr>
          <p:cNvSpPr>
            <a:spLocks noGrp="1" noChangeArrowheads="1"/>
          </p:cNvSpPr>
          <p:nvPr>
            <p:ph type="sldNum" idx="12"/>
          </p:nvPr>
        </p:nvSpPr>
        <p:spPr>
          <a:ln/>
        </p:spPr>
        <p:txBody>
          <a:bodyPr/>
          <a:lstStyle>
            <a:lvl1pPr>
              <a:defRPr/>
            </a:lvl1pPr>
          </a:lstStyle>
          <a:p>
            <a:fld id="{C4A293AE-A7B1-4C1E-9D43-07EF735D173E}" type="slidenum">
              <a:rPr lang="en-US" altLang="en-US"/>
              <a:pPr/>
              <a:t>‹#›</a:t>
            </a:fld>
            <a:endParaRPr lang="en-US" altLang="en-US"/>
          </a:p>
        </p:txBody>
      </p:sp>
    </p:spTree>
    <p:extLst>
      <p:ext uri="{BB962C8B-B14F-4D97-AF65-F5344CB8AC3E}">
        <p14:creationId xmlns:p14="http://schemas.microsoft.com/office/powerpoint/2010/main" val="9286848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A1C07EC5-C3E3-14EB-10D3-79941E9B0CEC}"/>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483A12BC-75E4-6AE6-3B2C-82F8A3CB4051}"/>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FFD1A45B-A604-9502-BD53-7DC225E33A82}"/>
              </a:ext>
            </a:extLst>
          </p:cNvPr>
          <p:cNvSpPr>
            <a:spLocks noGrp="1" noChangeArrowheads="1"/>
          </p:cNvSpPr>
          <p:nvPr>
            <p:ph type="sldNum" idx="12"/>
          </p:nvPr>
        </p:nvSpPr>
        <p:spPr>
          <a:ln/>
        </p:spPr>
        <p:txBody>
          <a:bodyPr/>
          <a:lstStyle>
            <a:lvl1pPr>
              <a:defRPr/>
            </a:lvl1pPr>
          </a:lstStyle>
          <a:p>
            <a:fld id="{93265A22-BA7D-461D-9B13-566888F3A95B}" type="slidenum">
              <a:rPr lang="en-US" altLang="en-US"/>
              <a:pPr/>
              <a:t>‹#›</a:t>
            </a:fld>
            <a:endParaRPr lang="en-US" altLang="en-US"/>
          </a:p>
        </p:txBody>
      </p:sp>
    </p:spTree>
    <p:extLst>
      <p:ext uri="{BB962C8B-B14F-4D97-AF65-F5344CB8AC3E}">
        <p14:creationId xmlns:p14="http://schemas.microsoft.com/office/powerpoint/2010/main" val="349223463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5585" y="533401"/>
            <a:ext cx="2399337" cy="54848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2810" y="533401"/>
            <a:ext cx="7050336" cy="54848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F800AF79-4D00-074D-80D0-8512CB718A3A}"/>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D396A6EF-C0B0-FD4C-AF4B-239A5DECC1B2}"/>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AFB09C38-0BC4-F67D-7725-5E9B0AA55C79}"/>
              </a:ext>
            </a:extLst>
          </p:cNvPr>
          <p:cNvSpPr>
            <a:spLocks noGrp="1" noChangeArrowheads="1"/>
          </p:cNvSpPr>
          <p:nvPr>
            <p:ph type="sldNum" idx="12"/>
          </p:nvPr>
        </p:nvSpPr>
        <p:spPr>
          <a:ln/>
        </p:spPr>
        <p:txBody>
          <a:bodyPr/>
          <a:lstStyle>
            <a:lvl1pPr>
              <a:defRPr/>
            </a:lvl1pPr>
          </a:lstStyle>
          <a:p>
            <a:fld id="{7F1999E7-1E73-415C-AAAF-FF4D4AA2C11C}" type="slidenum">
              <a:rPr lang="en-US" altLang="en-US"/>
              <a:pPr/>
              <a:t>‹#›</a:t>
            </a:fld>
            <a:endParaRPr lang="en-US" altLang="en-US"/>
          </a:p>
        </p:txBody>
      </p:sp>
    </p:spTree>
    <p:extLst>
      <p:ext uri="{BB962C8B-B14F-4D97-AF65-F5344CB8AC3E}">
        <p14:creationId xmlns:p14="http://schemas.microsoft.com/office/powerpoint/2010/main" val="3309042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6.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5.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theme" Target="../theme/theme7.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6.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theme" Target="../theme/theme8.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7.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theme" Target="../theme/theme9.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5122" name="Group 1">
            <a:extLst>
              <a:ext uri="{FF2B5EF4-FFF2-40B4-BE49-F238E27FC236}">
                <a16:creationId xmlns:a16="http://schemas.microsoft.com/office/drawing/2014/main" id="{C4BA2C97-EA6F-ACC9-F795-7B321E142A40}"/>
              </a:ext>
            </a:extLst>
          </p:cNvPr>
          <p:cNvGrpSpPr>
            <a:grpSpLocks/>
          </p:cNvGrpSpPr>
          <p:nvPr/>
        </p:nvGrpSpPr>
        <p:grpSpPr bwMode="auto">
          <a:xfrm>
            <a:off x="0" y="1"/>
            <a:ext cx="12190413" cy="6856413"/>
            <a:chOff x="0" y="0"/>
            <a:chExt cx="7677" cy="4319"/>
          </a:xfrm>
        </p:grpSpPr>
        <p:sp>
          <p:nvSpPr>
            <p:cNvPr id="5128" name="Rectangle 2">
              <a:extLst>
                <a:ext uri="{FF2B5EF4-FFF2-40B4-BE49-F238E27FC236}">
                  <a16:creationId xmlns:a16="http://schemas.microsoft.com/office/drawing/2014/main" id="{1A8A1D52-978A-C588-28EE-90E5ED1E7C19}"/>
                </a:ext>
              </a:extLst>
            </p:cNvPr>
            <p:cNvSpPr>
              <a:spLocks noChangeArrowheads="1"/>
            </p:cNvSpPr>
            <p:nvPr/>
          </p:nvSpPr>
          <p:spPr bwMode="auto">
            <a:xfrm>
              <a:off x="2623" y="4224"/>
              <a:ext cx="5054" cy="95"/>
            </a:xfrm>
            <a:prstGeom prst="rect">
              <a:avLst/>
            </a:prstGeom>
            <a:gradFill rotWithShape="0">
              <a:gsLst>
                <a:gs pos="0">
                  <a:srgbClr val="1480D1"/>
                </a:gs>
                <a:gs pos="100000">
                  <a:srgbClr val="DAEDFB"/>
                </a:gs>
              </a:gsLst>
              <a:lin ang="108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29" name="Rectangle 3">
              <a:extLst>
                <a:ext uri="{FF2B5EF4-FFF2-40B4-BE49-F238E27FC236}">
                  <a16:creationId xmlns:a16="http://schemas.microsoft.com/office/drawing/2014/main" id="{32817524-8169-345B-290E-F50C91366275}"/>
                </a:ext>
              </a:extLst>
            </p:cNvPr>
            <p:cNvSpPr>
              <a:spLocks noChangeArrowheads="1"/>
            </p:cNvSpPr>
            <p:nvPr/>
          </p:nvSpPr>
          <p:spPr bwMode="auto">
            <a:xfrm>
              <a:off x="7358" y="1248"/>
              <a:ext cx="319" cy="2687"/>
            </a:xfrm>
            <a:prstGeom prst="rect">
              <a:avLst/>
            </a:prstGeom>
            <a:gradFill rotWithShape="0">
              <a:gsLst>
                <a:gs pos="0">
                  <a:srgbClr val="E8CDE7"/>
                </a:gs>
                <a:gs pos="100000">
                  <a:srgbClr val="BA69B8"/>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30" name="Rectangle 4">
              <a:extLst>
                <a:ext uri="{FF2B5EF4-FFF2-40B4-BE49-F238E27FC236}">
                  <a16:creationId xmlns:a16="http://schemas.microsoft.com/office/drawing/2014/main" id="{7572B235-6BFF-0D5B-D962-D411F83CAD27}"/>
                </a:ext>
              </a:extLst>
            </p:cNvPr>
            <p:cNvSpPr>
              <a:spLocks noChangeArrowheads="1"/>
            </p:cNvSpPr>
            <p:nvPr/>
          </p:nvSpPr>
          <p:spPr bwMode="auto">
            <a:xfrm>
              <a:off x="0" y="3312"/>
              <a:ext cx="383" cy="95"/>
            </a:xfrm>
            <a:prstGeom prst="rect">
              <a:avLst/>
            </a:prstGeom>
            <a:solidFill>
              <a:srgbClr val="9B57D3"/>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31" name="Rectangle 5">
              <a:extLst>
                <a:ext uri="{FF2B5EF4-FFF2-40B4-BE49-F238E27FC236}">
                  <a16:creationId xmlns:a16="http://schemas.microsoft.com/office/drawing/2014/main" id="{9AD0BDF2-233B-995E-4232-53F6242B361E}"/>
                </a:ext>
              </a:extLst>
            </p:cNvPr>
            <p:cNvSpPr>
              <a:spLocks noChangeArrowheads="1"/>
            </p:cNvSpPr>
            <p:nvPr/>
          </p:nvSpPr>
          <p:spPr bwMode="auto">
            <a:xfrm>
              <a:off x="0" y="3408"/>
              <a:ext cx="383" cy="911"/>
            </a:xfrm>
            <a:prstGeom prst="rect">
              <a:avLst/>
            </a:prstGeom>
            <a:solidFill>
              <a:srgbClr val="DDDDDD"/>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32" name="Rectangle 6">
              <a:extLst>
                <a:ext uri="{FF2B5EF4-FFF2-40B4-BE49-F238E27FC236}">
                  <a16:creationId xmlns:a16="http://schemas.microsoft.com/office/drawing/2014/main" id="{26509B3D-82A6-FF47-8FF5-2DBC3BF4D9A8}"/>
                </a:ext>
              </a:extLst>
            </p:cNvPr>
            <p:cNvSpPr>
              <a:spLocks noChangeArrowheads="1"/>
            </p:cNvSpPr>
            <p:nvPr/>
          </p:nvSpPr>
          <p:spPr bwMode="auto">
            <a:xfrm>
              <a:off x="7358" y="0"/>
              <a:ext cx="319" cy="1247"/>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33" name="Rectangle 7">
              <a:extLst>
                <a:ext uri="{FF2B5EF4-FFF2-40B4-BE49-F238E27FC236}">
                  <a16:creationId xmlns:a16="http://schemas.microsoft.com/office/drawing/2014/main" id="{6D2F1863-2B2C-5AB9-7A82-F9E06475E129}"/>
                </a:ext>
              </a:extLst>
            </p:cNvPr>
            <p:cNvSpPr>
              <a:spLocks noChangeArrowheads="1"/>
            </p:cNvSpPr>
            <p:nvPr/>
          </p:nvSpPr>
          <p:spPr bwMode="auto">
            <a:xfrm>
              <a:off x="4799" y="0"/>
              <a:ext cx="2558" cy="191"/>
            </a:xfrm>
            <a:prstGeom prst="rect">
              <a:avLst/>
            </a:prstGeom>
            <a:solidFill>
              <a:srgbClr val="92278F"/>
            </a:solidFill>
            <a:ln w="9360" cap="sq">
              <a:solidFill>
                <a:srgbClr val="755DD9"/>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34" name="Rectangle 8">
              <a:extLst>
                <a:ext uri="{FF2B5EF4-FFF2-40B4-BE49-F238E27FC236}">
                  <a16:creationId xmlns:a16="http://schemas.microsoft.com/office/drawing/2014/main" id="{B333CBB6-FE47-2D2D-33C0-414F5D8F609B}"/>
                </a:ext>
              </a:extLst>
            </p:cNvPr>
            <p:cNvSpPr>
              <a:spLocks noChangeArrowheads="1"/>
            </p:cNvSpPr>
            <p:nvPr/>
          </p:nvSpPr>
          <p:spPr bwMode="auto">
            <a:xfrm>
              <a:off x="384" y="192"/>
              <a:ext cx="447" cy="479"/>
            </a:xfrm>
            <a:prstGeom prst="rect">
              <a:avLst/>
            </a:prstGeom>
            <a:solidFill>
              <a:srgbClr val="7E6583">
                <a:alpha val="50195"/>
              </a:srgbClr>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35" name="Rectangle 9">
              <a:extLst>
                <a:ext uri="{FF2B5EF4-FFF2-40B4-BE49-F238E27FC236}">
                  <a16:creationId xmlns:a16="http://schemas.microsoft.com/office/drawing/2014/main" id="{23F60FDE-B502-A29C-9F75-AFD67EEBBD4C}"/>
                </a:ext>
              </a:extLst>
            </p:cNvPr>
            <p:cNvSpPr>
              <a:spLocks noChangeArrowheads="1"/>
            </p:cNvSpPr>
            <p:nvPr/>
          </p:nvSpPr>
          <p:spPr bwMode="auto">
            <a:xfrm>
              <a:off x="0" y="672"/>
              <a:ext cx="383" cy="2639"/>
            </a:xfrm>
            <a:prstGeom prst="rect">
              <a:avLst/>
            </a:prstGeom>
            <a:gradFill rotWithShape="0">
              <a:gsLst>
                <a:gs pos="0">
                  <a:srgbClr val="7E6583"/>
                </a:gs>
                <a:gs pos="100000">
                  <a:srgbClr val="FFFFFF"/>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36" name="Rectangle 10">
              <a:extLst>
                <a:ext uri="{FF2B5EF4-FFF2-40B4-BE49-F238E27FC236}">
                  <a16:creationId xmlns:a16="http://schemas.microsoft.com/office/drawing/2014/main" id="{B1ABBDE1-C72B-F87C-2E5E-3E765B38D088}"/>
                </a:ext>
              </a:extLst>
            </p:cNvPr>
            <p:cNvSpPr>
              <a:spLocks noChangeArrowheads="1"/>
            </p:cNvSpPr>
            <p:nvPr/>
          </p:nvSpPr>
          <p:spPr bwMode="auto">
            <a:xfrm>
              <a:off x="0" y="192"/>
              <a:ext cx="383" cy="479"/>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37" name="Rectangle 11">
              <a:extLst>
                <a:ext uri="{FF2B5EF4-FFF2-40B4-BE49-F238E27FC236}">
                  <a16:creationId xmlns:a16="http://schemas.microsoft.com/office/drawing/2014/main" id="{1E80E6FA-EBD6-A6CB-826F-D3009FC72F80}"/>
                </a:ext>
              </a:extLst>
            </p:cNvPr>
            <p:cNvSpPr>
              <a:spLocks noChangeArrowheads="1"/>
            </p:cNvSpPr>
            <p:nvPr/>
          </p:nvSpPr>
          <p:spPr bwMode="auto">
            <a:xfrm>
              <a:off x="0" y="0"/>
              <a:ext cx="831" cy="191"/>
            </a:xfrm>
            <a:prstGeom prst="rect">
              <a:avLst/>
            </a:prstGeom>
            <a:solidFill>
              <a:srgbClr val="92278F"/>
            </a:solidFill>
            <a:ln w="19080" cap="sq">
              <a:solidFill>
                <a:srgbClr val="92278F"/>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38" name="Rectangle 12">
              <a:extLst>
                <a:ext uri="{FF2B5EF4-FFF2-40B4-BE49-F238E27FC236}">
                  <a16:creationId xmlns:a16="http://schemas.microsoft.com/office/drawing/2014/main" id="{CAB640B9-6CBE-1CE9-9994-5A20C84AEB09}"/>
                </a:ext>
              </a:extLst>
            </p:cNvPr>
            <p:cNvSpPr>
              <a:spLocks noChangeArrowheads="1"/>
            </p:cNvSpPr>
            <p:nvPr/>
          </p:nvSpPr>
          <p:spPr bwMode="auto">
            <a:xfrm>
              <a:off x="832" y="0"/>
              <a:ext cx="3966" cy="191"/>
            </a:xfrm>
            <a:prstGeom prst="rect">
              <a:avLst/>
            </a:prstGeom>
            <a:solidFill>
              <a:srgbClr val="FFFFFF"/>
            </a:solidFill>
            <a:ln w="9360" cap="sq">
              <a:solidFill>
                <a:srgbClr val="80808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39" name="Line 13">
              <a:extLst>
                <a:ext uri="{FF2B5EF4-FFF2-40B4-BE49-F238E27FC236}">
                  <a16:creationId xmlns:a16="http://schemas.microsoft.com/office/drawing/2014/main" id="{57C882C4-6DB7-2EB6-9E5A-ABF20B8AFF0D}"/>
                </a:ext>
              </a:extLst>
            </p:cNvPr>
            <p:cNvSpPr>
              <a:spLocks noChangeShapeType="1"/>
            </p:cNvSpPr>
            <p:nvPr/>
          </p:nvSpPr>
          <p:spPr bwMode="auto">
            <a:xfrm flipV="1">
              <a:off x="384" y="191"/>
              <a:ext cx="0" cy="4129"/>
            </a:xfrm>
            <a:prstGeom prst="line">
              <a:avLst/>
            </a:prstGeom>
            <a:noFill/>
            <a:ln w="7632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sp>
          <p:nvSpPr>
            <p:cNvPr id="5140" name="Line 14">
              <a:extLst>
                <a:ext uri="{FF2B5EF4-FFF2-40B4-BE49-F238E27FC236}">
                  <a16:creationId xmlns:a16="http://schemas.microsoft.com/office/drawing/2014/main" id="{8A1FF83F-B324-2094-12EA-76B7C3470285}"/>
                </a:ext>
              </a:extLst>
            </p:cNvPr>
            <p:cNvSpPr>
              <a:spLocks noChangeShapeType="1"/>
            </p:cNvSpPr>
            <p:nvPr/>
          </p:nvSpPr>
          <p:spPr bwMode="auto">
            <a:xfrm>
              <a:off x="384" y="4224"/>
              <a:ext cx="7293" cy="0"/>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sp>
          <p:nvSpPr>
            <p:cNvPr id="5141" name="Line 15">
              <a:extLst>
                <a:ext uri="{FF2B5EF4-FFF2-40B4-BE49-F238E27FC236}">
                  <a16:creationId xmlns:a16="http://schemas.microsoft.com/office/drawing/2014/main" id="{D88F9DDE-FC09-226F-D5B9-AE2D377673AC}"/>
                </a:ext>
              </a:extLst>
            </p:cNvPr>
            <p:cNvSpPr>
              <a:spLocks noChangeShapeType="1"/>
            </p:cNvSpPr>
            <p:nvPr/>
          </p:nvSpPr>
          <p:spPr bwMode="auto">
            <a:xfrm flipV="1">
              <a:off x="7358" y="-1"/>
              <a:ext cx="0" cy="4225"/>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sp>
          <p:nvSpPr>
            <p:cNvPr id="5142" name="Line 16">
              <a:extLst>
                <a:ext uri="{FF2B5EF4-FFF2-40B4-BE49-F238E27FC236}">
                  <a16:creationId xmlns:a16="http://schemas.microsoft.com/office/drawing/2014/main" id="{C811188D-6852-E892-777B-83672B4223F2}"/>
                </a:ext>
              </a:extLst>
            </p:cNvPr>
            <p:cNvSpPr>
              <a:spLocks noChangeShapeType="1"/>
            </p:cNvSpPr>
            <p:nvPr/>
          </p:nvSpPr>
          <p:spPr bwMode="auto">
            <a:xfrm>
              <a:off x="0" y="192"/>
              <a:ext cx="7677" cy="0"/>
            </a:xfrm>
            <a:prstGeom prst="line">
              <a:avLst/>
            </a:prstGeom>
            <a:noFill/>
            <a:ln w="3816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sp>
          <p:nvSpPr>
            <p:cNvPr id="5143" name="Line 17">
              <a:extLst>
                <a:ext uri="{FF2B5EF4-FFF2-40B4-BE49-F238E27FC236}">
                  <a16:creationId xmlns:a16="http://schemas.microsoft.com/office/drawing/2014/main" id="{36EB421A-FA2C-FC74-62EA-348349DC8DE1}"/>
                </a:ext>
              </a:extLst>
            </p:cNvPr>
            <p:cNvSpPr>
              <a:spLocks noChangeShapeType="1"/>
            </p:cNvSpPr>
            <p:nvPr/>
          </p:nvSpPr>
          <p:spPr bwMode="auto">
            <a:xfrm flipH="1">
              <a:off x="4798" y="288"/>
              <a:ext cx="2880" cy="0"/>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sp>
          <p:nvSpPr>
            <p:cNvPr id="5144" name="Line 18">
              <a:extLst>
                <a:ext uri="{FF2B5EF4-FFF2-40B4-BE49-F238E27FC236}">
                  <a16:creationId xmlns:a16="http://schemas.microsoft.com/office/drawing/2014/main" id="{62E20E52-E186-2BC8-368E-628EE7C535A2}"/>
                </a:ext>
              </a:extLst>
            </p:cNvPr>
            <p:cNvSpPr>
              <a:spLocks noChangeShapeType="1"/>
            </p:cNvSpPr>
            <p:nvPr/>
          </p:nvSpPr>
          <p:spPr bwMode="auto">
            <a:xfrm flipV="1">
              <a:off x="4799" y="-1"/>
              <a:ext cx="0" cy="289"/>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sp>
          <p:nvSpPr>
            <p:cNvPr id="5145" name="Line 19">
              <a:extLst>
                <a:ext uri="{FF2B5EF4-FFF2-40B4-BE49-F238E27FC236}">
                  <a16:creationId xmlns:a16="http://schemas.microsoft.com/office/drawing/2014/main" id="{054915C8-6DE0-71C4-5DEE-DDE745108EBF}"/>
                </a:ext>
              </a:extLst>
            </p:cNvPr>
            <p:cNvSpPr>
              <a:spLocks noChangeShapeType="1"/>
            </p:cNvSpPr>
            <p:nvPr/>
          </p:nvSpPr>
          <p:spPr bwMode="auto">
            <a:xfrm>
              <a:off x="7358" y="1248"/>
              <a:ext cx="319" cy="0"/>
            </a:xfrm>
            <a:prstGeom prst="line">
              <a:avLst/>
            </a:prstGeom>
            <a:noFill/>
            <a:ln w="2844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sp>
          <p:nvSpPr>
            <p:cNvPr id="5146" name="Line 20">
              <a:extLst>
                <a:ext uri="{FF2B5EF4-FFF2-40B4-BE49-F238E27FC236}">
                  <a16:creationId xmlns:a16="http://schemas.microsoft.com/office/drawing/2014/main" id="{29F7CDC6-2279-81F2-4DB7-82F2942293A9}"/>
                </a:ext>
              </a:extLst>
            </p:cNvPr>
            <p:cNvSpPr>
              <a:spLocks noChangeShapeType="1"/>
            </p:cNvSpPr>
            <p:nvPr/>
          </p:nvSpPr>
          <p:spPr bwMode="auto">
            <a:xfrm>
              <a:off x="832" y="0"/>
              <a:ext cx="0" cy="671"/>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sp>
          <p:nvSpPr>
            <p:cNvPr id="5147" name="Line 21">
              <a:extLst>
                <a:ext uri="{FF2B5EF4-FFF2-40B4-BE49-F238E27FC236}">
                  <a16:creationId xmlns:a16="http://schemas.microsoft.com/office/drawing/2014/main" id="{836E8CEA-FE1F-3FD3-5987-9DF4CDADFBD0}"/>
                </a:ext>
              </a:extLst>
            </p:cNvPr>
            <p:cNvSpPr>
              <a:spLocks noChangeShapeType="1"/>
            </p:cNvSpPr>
            <p:nvPr/>
          </p:nvSpPr>
          <p:spPr bwMode="auto">
            <a:xfrm flipH="1">
              <a:off x="-1" y="672"/>
              <a:ext cx="833"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sp>
          <p:nvSpPr>
            <p:cNvPr id="5148" name="Line 22">
              <a:extLst>
                <a:ext uri="{FF2B5EF4-FFF2-40B4-BE49-F238E27FC236}">
                  <a16:creationId xmlns:a16="http://schemas.microsoft.com/office/drawing/2014/main" id="{E84C17AE-C71F-A926-77EC-5D2C229AB7B7}"/>
                </a:ext>
              </a:extLst>
            </p:cNvPr>
            <p:cNvSpPr>
              <a:spLocks noChangeShapeType="1"/>
            </p:cNvSpPr>
            <p:nvPr/>
          </p:nvSpPr>
          <p:spPr bwMode="auto">
            <a:xfrm flipH="1">
              <a:off x="-1" y="3312"/>
              <a:ext cx="385"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sp>
          <p:nvSpPr>
            <p:cNvPr id="5149" name="Line 23">
              <a:extLst>
                <a:ext uri="{FF2B5EF4-FFF2-40B4-BE49-F238E27FC236}">
                  <a16:creationId xmlns:a16="http://schemas.microsoft.com/office/drawing/2014/main" id="{31E9DE16-B6F9-55B3-9337-5F32670F1E85}"/>
                </a:ext>
              </a:extLst>
            </p:cNvPr>
            <p:cNvSpPr>
              <a:spLocks noChangeShapeType="1"/>
            </p:cNvSpPr>
            <p:nvPr/>
          </p:nvSpPr>
          <p:spPr bwMode="auto">
            <a:xfrm flipH="1">
              <a:off x="-1" y="3408"/>
              <a:ext cx="385" cy="0"/>
            </a:xfrm>
            <a:prstGeom prst="line">
              <a:avLst/>
            </a:prstGeom>
            <a:noFill/>
            <a:ln w="28440" cap="sq">
              <a:solidFill>
                <a:srgbClr val="92278F"/>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grpSp>
      <p:sp>
        <p:nvSpPr>
          <p:cNvPr id="5123" name="Rectangle 24">
            <a:extLst>
              <a:ext uri="{FF2B5EF4-FFF2-40B4-BE49-F238E27FC236}">
                <a16:creationId xmlns:a16="http://schemas.microsoft.com/office/drawing/2014/main" id="{F81F7DC5-4BC5-FBF9-FB78-9AC2A6B46CBA}"/>
              </a:ext>
            </a:extLst>
          </p:cNvPr>
          <p:cNvSpPr>
            <a:spLocks noGrp="1" noChangeArrowheads="1"/>
          </p:cNvSpPr>
          <p:nvPr>
            <p:ph type="title"/>
          </p:nvPr>
        </p:nvSpPr>
        <p:spPr bwMode="auto">
          <a:xfrm>
            <a:off x="1522809" y="533401"/>
            <a:ext cx="9602113"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5124" name="Rectangle 25">
            <a:extLst>
              <a:ext uri="{FF2B5EF4-FFF2-40B4-BE49-F238E27FC236}">
                <a16:creationId xmlns:a16="http://schemas.microsoft.com/office/drawing/2014/main" id="{9CFADF8D-E036-2F5C-7920-1E964376FBDE}"/>
              </a:ext>
            </a:extLst>
          </p:cNvPr>
          <p:cNvSpPr>
            <a:spLocks noGrp="1" noChangeArrowheads="1"/>
          </p:cNvSpPr>
          <p:nvPr>
            <p:ph type="body" idx="1"/>
          </p:nvPr>
        </p:nvSpPr>
        <p:spPr bwMode="auto">
          <a:xfrm>
            <a:off x="1522809" y="1828801"/>
            <a:ext cx="9602113" cy="418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8218" name="Rectangle 26">
            <a:extLst>
              <a:ext uri="{FF2B5EF4-FFF2-40B4-BE49-F238E27FC236}">
                <a16:creationId xmlns:a16="http://schemas.microsoft.com/office/drawing/2014/main" id="{49BA749A-E524-4E2F-9F96-62272D84AC18}"/>
              </a:ext>
            </a:extLst>
          </p:cNvPr>
          <p:cNvSpPr>
            <a:spLocks noGrp="1" noChangeArrowheads="1"/>
          </p:cNvSpPr>
          <p:nvPr>
            <p:ph type="ftr"/>
          </p:nvPr>
        </p:nvSpPr>
        <p:spPr bwMode="auto">
          <a:xfrm>
            <a:off x="1518046" y="6172201"/>
            <a:ext cx="6862962"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endParaRPr lang="en-IN"/>
          </a:p>
        </p:txBody>
      </p:sp>
      <p:sp>
        <p:nvSpPr>
          <p:cNvPr id="8219" name="Rectangle 27">
            <a:extLst>
              <a:ext uri="{FF2B5EF4-FFF2-40B4-BE49-F238E27FC236}">
                <a16:creationId xmlns:a16="http://schemas.microsoft.com/office/drawing/2014/main" id="{45525B15-8437-4DD3-9318-9B936510A187}"/>
              </a:ext>
            </a:extLst>
          </p:cNvPr>
          <p:cNvSpPr>
            <a:spLocks noGrp="1" noChangeArrowheads="1"/>
          </p:cNvSpPr>
          <p:nvPr>
            <p:ph type="dt"/>
          </p:nvPr>
        </p:nvSpPr>
        <p:spPr bwMode="auto">
          <a:xfrm>
            <a:off x="8611255" y="6172201"/>
            <a:ext cx="1319556"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fld id="{B9A1FAE5-25BA-42EF-A05E-3EB19D94FC0C}" type="datetimeFigureOut">
              <a:rPr lang="en-IN" smtClean="0"/>
              <a:t>09-03-2024</a:t>
            </a:fld>
            <a:endParaRPr lang="en-IN"/>
          </a:p>
        </p:txBody>
      </p:sp>
      <p:sp>
        <p:nvSpPr>
          <p:cNvPr id="8220" name="Rectangle 28">
            <a:extLst>
              <a:ext uri="{FF2B5EF4-FFF2-40B4-BE49-F238E27FC236}">
                <a16:creationId xmlns:a16="http://schemas.microsoft.com/office/drawing/2014/main" id="{AFEA83A9-49DB-49F9-8D0F-24688E4EA81F}"/>
              </a:ext>
            </a:extLst>
          </p:cNvPr>
          <p:cNvSpPr>
            <a:spLocks noGrp="1" noChangeArrowheads="1"/>
          </p:cNvSpPr>
          <p:nvPr>
            <p:ph type="sldNum"/>
          </p:nvPr>
        </p:nvSpPr>
        <p:spPr bwMode="auto">
          <a:xfrm>
            <a:off x="10135652" y="6172201"/>
            <a:ext cx="989270"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anose="05000000000000000000" pitchFamily="2" charset="2"/>
              <a:buNone/>
              <a:defRPr sz="1100">
                <a:solidFill>
                  <a:srgbClr val="000000"/>
                </a:solidFill>
                <a:latin typeface="Times New Roman" panose="02020603050405020304" pitchFamily="18" charset="0"/>
                <a:ea typeface="DejaVu Sans"/>
                <a:cs typeface="DejaVu Sans"/>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370771392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kern="1200">
          <a:solidFill>
            <a:srgbClr val="632E62"/>
          </a:solidFill>
          <a:latin typeface="+mj-lt"/>
          <a:ea typeface="WenQuanYi Micro Hei" charset="0"/>
          <a:cs typeface="+mj-cs"/>
        </a:defRPr>
      </a:lvl1pPr>
      <a:lvl2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2pPr>
      <a:lvl3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3pPr>
      <a:lvl4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4pPr>
      <a:lvl5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5pPr>
      <a:lvl6pPr marL="25146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6pPr>
      <a:lvl7pPr marL="29718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7pPr>
      <a:lvl8pPr marL="34290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8pPr>
      <a:lvl9pPr marL="38862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9pPr>
    </p:titleStyle>
    <p:bodyStyle>
      <a:lvl1pPr marL="342900" indent="-342900" algn="l" defTabSz="457200" rtl="0" eaLnBrk="1" fontAlgn="base" hangingPunct="1">
        <a:lnSpc>
          <a:spcPct val="90000"/>
        </a:lnSpc>
        <a:spcBef>
          <a:spcPts val="1800"/>
        </a:spcBef>
        <a:spcAft>
          <a:spcPct val="0"/>
        </a:spcAft>
        <a:buClr>
          <a:srgbClr val="000000"/>
        </a:buClr>
        <a:buSzPct val="100000"/>
        <a:buFont typeface="Times New Roman" panose="02020603050405020304" pitchFamily="18" charset="0"/>
        <a:buChar char="•"/>
        <a:defRPr sz="2000" kern="1200">
          <a:solidFill>
            <a:srgbClr val="000000"/>
          </a:solidFill>
          <a:latin typeface="+mn-lt"/>
          <a:ea typeface="WenQuanYi Micro Hei" charset="0"/>
          <a:cs typeface="+mn-cs"/>
        </a:defRPr>
      </a:lvl1pPr>
      <a:lvl2pPr marL="742950" indent="-285750" algn="l" defTabSz="457200" rtl="0" eaLnBrk="1" fontAlgn="base" hangingPunct="1">
        <a:lnSpc>
          <a:spcPct val="90000"/>
        </a:lnSpc>
        <a:spcBef>
          <a:spcPts val="800"/>
        </a:spcBef>
        <a:spcAft>
          <a:spcPct val="0"/>
        </a:spcAft>
        <a:buClr>
          <a:srgbClr val="000000"/>
        </a:buClr>
        <a:buSzPct val="100000"/>
        <a:buFont typeface="Times New Roman" panose="02020603050405020304" pitchFamily="18" charset="0"/>
        <a:buChar char="–"/>
        <a:defRPr sz="2800" kern="1200">
          <a:solidFill>
            <a:srgbClr val="000000"/>
          </a:solidFill>
          <a:latin typeface="+mn-lt"/>
          <a:ea typeface="WenQuanYi Micro Hei" charset="0"/>
          <a:cs typeface="+mn-cs"/>
        </a:defRPr>
      </a:lvl2pPr>
      <a:lvl3pPr marL="11430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600" kern="1200">
          <a:solidFill>
            <a:srgbClr val="000000"/>
          </a:solidFill>
          <a:latin typeface="+mn-lt"/>
          <a:ea typeface="WenQuanYi Micro Hei" charset="0"/>
          <a:cs typeface="+mn-cs"/>
        </a:defRPr>
      </a:lvl3pPr>
      <a:lvl4pPr marL="16002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4pPr>
      <a:lvl5pPr marL="20574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1026" name="Group 1">
            <a:extLst>
              <a:ext uri="{FF2B5EF4-FFF2-40B4-BE49-F238E27FC236}">
                <a16:creationId xmlns:a16="http://schemas.microsoft.com/office/drawing/2014/main" id="{04044B67-CFA4-FD01-226A-9A443EC2B2E6}"/>
              </a:ext>
            </a:extLst>
          </p:cNvPr>
          <p:cNvGrpSpPr>
            <a:grpSpLocks/>
          </p:cNvGrpSpPr>
          <p:nvPr/>
        </p:nvGrpSpPr>
        <p:grpSpPr bwMode="auto">
          <a:xfrm>
            <a:off x="0" y="1"/>
            <a:ext cx="12190413" cy="6856413"/>
            <a:chOff x="0" y="0"/>
            <a:chExt cx="7677" cy="4319"/>
          </a:xfrm>
        </p:grpSpPr>
        <p:sp>
          <p:nvSpPr>
            <p:cNvPr id="1032" name="Rectangle 2">
              <a:extLst>
                <a:ext uri="{FF2B5EF4-FFF2-40B4-BE49-F238E27FC236}">
                  <a16:creationId xmlns:a16="http://schemas.microsoft.com/office/drawing/2014/main" id="{ECDD7697-B65D-2B8D-5C71-ABB503426A0C}"/>
                </a:ext>
              </a:extLst>
            </p:cNvPr>
            <p:cNvSpPr>
              <a:spLocks noChangeArrowheads="1"/>
            </p:cNvSpPr>
            <p:nvPr/>
          </p:nvSpPr>
          <p:spPr bwMode="auto">
            <a:xfrm>
              <a:off x="2623" y="4224"/>
              <a:ext cx="5054" cy="95"/>
            </a:xfrm>
            <a:prstGeom prst="rect">
              <a:avLst/>
            </a:prstGeom>
            <a:gradFill rotWithShape="0">
              <a:gsLst>
                <a:gs pos="0">
                  <a:srgbClr val="1480D1"/>
                </a:gs>
                <a:gs pos="100000">
                  <a:srgbClr val="DAEDFB"/>
                </a:gs>
              </a:gsLst>
              <a:lin ang="108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33" name="Rectangle 3">
              <a:extLst>
                <a:ext uri="{FF2B5EF4-FFF2-40B4-BE49-F238E27FC236}">
                  <a16:creationId xmlns:a16="http://schemas.microsoft.com/office/drawing/2014/main" id="{82F2857F-A21E-DE6B-0885-B5AECEC188AF}"/>
                </a:ext>
              </a:extLst>
            </p:cNvPr>
            <p:cNvSpPr>
              <a:spLocks noChangeArrowheads="1"/>
            </p:cNvSpPr>
            <p:nvPr/>
          </p:nvSpPr>
          <p:spPr bwMode="auto">
            <a:xfrm>
              <a:off x="7358" y="1248"/>
              <a:ext cx="319" cy="2687"/>
            </a:xfrm>
            <a:prstGeom prst="rect">
              <a:avLst/>
            </a:prstGeom>
            <a:gradFill rotWithShape="0">
              <a:gsLst>
                <a:gs pos="0">
                  <a:srgbClr val="E8CDE7"/>
                </a:gs>
                <a:gs pos="100000">
                  <a:srgbClr val="BA69B8"/>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34" name="Rectangle 4">
              <a:extLst>
                <a:ext uri="{FF2B5EF4-FFF2-40B4-BE49-F238E27FC236}">
                  <a16:creationId xmlns:a16="http://schemas.microsoft.com/office/drawing/2014/main" id="{0FCDC068-87CC-6264-2C45-CFB1663055F7}"/>
                </a:ext>
              </a:extLst>
            </p:cNvPr>
            <p:cNvSpPr>
              <a:spLocks noChangeArrowheads="1"/>
            </p:cNvSpPr>
            <p:nvPr/>
          </p:nvSpPr>
          <p:spPr bwMode="auto">
            <a:xfrm>
              <a:off x="0" y="3312"/>
              <a:ext cx="383" cy="95"/>
            </a:xfrm>
            <a:prstGeom prst="rect">
              <a:avLst/>
            </a:prstGeom>
            <a:solidFill>
              <a:srgbClr val="9B57D3"/>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35" name="Rectangle 5">
              <a:extLst>
                <a:ext uri="{FF2B5EF4-FFF2-40B4-BE49-F238E27FC236}">
                  <a16:creationId xmlns:a16="http://schemas.microsoft.com/office/drawing/2014/main" id="{7531CF5C-33A5-5F4E-BE89-2446C9C52086}"/>
                </a:ext>
              </a:extLst>
            </p:cNvPr>
            <p:cNvSpPr>
              <a:spLocks noChangeArrowheads="1"/>
            </p:cNvSpPr>
            <p:nvPr/>
          </p:nvSpPr>
          <p:spPr bwMode="auto">
            <a:xfrm>
              <a:off x="0" y="3408"/>
              <a:ext cx="383" cy="911"/>
            </a:xfrm>
            <a:prstGeom prst="rect">
              <a:avLst/>
            </a:prstGeom>
            <a:solidFill>
              <a:srgbClr val="DDDDDD"/>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36" name="Rectangle 6">
              <a:extLst>
                <a:ext uri="{FF2B5EF4-FFF2-40B4-BE49-F238E27FC236}">
                  <a16:creationId xmlns:a16="http://schemas.microsoft.com/office/drawing/2014/main" id="{22C94EFC-EFF6-1AC2-CB14-9379A47B509F}"/>
                </a:ext>
              </a:extLst>
            </p:cNvPr>
            <p:cNvSpPr>
              <a:spLocks noChangeArrowheads="1"/>
            </p:cNvSpPr>
            <p:nvPr/>
          </p:nvSpPr>
          <p:spPr bwMode="auto">
            <a:xfrm>
              <a:off x="7358" y="0"/>
              <a:ext cx="319" cy="1247"/>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37" name="Rectangle 7">
              <a:extLst>
                <a:ext uri="{FF2B5EF4-FFF2-40B4-BE49-F238E27FC236}">
                  <a16:creationId xmlns:a16="http://schemas.microsoft.com/office/drawing/2014/main" id="{33BCDA3A-D022-AF4D-DBC8-7056478D20D1}"/>
                </a:ext>
              </a:extLst>
            </p:cNvPr>
            <p:cNvSpPr>
              <a:spLocks noChangeArrowheads="1"/>
            </p:cNvSpPr>
            <p:nvPr/>
          </p:nvSpPr>
          <p:spPr bwMode="auto">
            <a:xfrm>
              <a:off x="4799" y="0"/>
              <a:ext cx="2558" cy="191"/>
            </a:xfrm>
            <a:prstGeom prst="rect">
              <a:avLst/>
            </a:prstGeom>
            <a:solidFill>
              <a:srgbClr val="92278F"/>
            </a:solidFill>
            <a:ln w="9360" cap="sq">
              <a:solidFill>
                <a:srgbClr val="755DD9"/>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38" name="Rectangle 8">
              <a:extLst>
                <a:ext uri="{FF2B5EF4-FFF2-40B4-BE49-F238E27FC236}">
                  <a16:creationId xmlns:a16="http://schemas.microsoft.com/office/drawing/2014/main" id="{7F79EBE8-5F71-78EB-C38E-A5E8192722FE}"/>
                </a:ext>
              </a:extLst>
            </p:cNvPr>
            <p:cNvSpPr>
              <a:spLocks noChangeArrowheads="1"/>
            </p:cNvSpPr>
            <p:nvPr/>
          </p:nvSpPr>
          <p:spPr bwMode="auto">
            <a:xfrm>
              <a:off x="384" y="192"/>
              <a:ext cx="447" cy="479"/>
            </a:xfrm>
            <a:prstGeom prst="rect">
              <a:avLst/>
            </a:prstGeom>
            <a:solidFill>
              <a:srgbClr val="7E6583">
                <a:alpha val="50195"/>
              </a:srgbClr>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39" name="Rectangle 9">
              <a:extLst>
                <a:ext uri="{FF2B5EF4-FFF2-40B4-BE49-F238E27FC236}">
                  <a16:creationId xmlns:a16="http://schemas.microsoft.com/office/drawing/2014/main" id="{FB1E8FFC-616C-454F-3147-B4AFEBBCEA4B}"/>
                </a:ext>
              </a:extLst>
            </p:cNvPr>
            <p:cNvSpPr>
              <a:spLocks noChangeArrowheads="1"/>
            </p:cNvSpPr>
            <p:nvPr/>
          </p:nvSpPr>
          <p:spPr bwMode="auto">
            <a:xfrm>
              <a:off x="0" y="672"/>
              <a:ext cx="383" cy="2639"/>
            </a:xfrm>
            <a:prstGeom prst="rect">
              <a:avLst/>
            </a:prstGeom>
            <a:gradFill rotWithShape="0">
              <a:gsLst>
                <a:gs pos="0">
                  <a:srgbClr val="7E6583"/>
                </a:gs>
                <a:gs pos="100000">
                  <a:srgbClr val="FFFFFF"/>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40" name="Rectangle 10">
              <a:extLst>
                <a:ext uri="{FF2B5EF4-FFF2-40B4-BE49-F238E27FC236}">
                  <a16:creationId xmlns:a16="http://schemas.microsoft.com/office/drawing/2014/main" id="{59D6BD8F-CAF3-6263-C992-BF234B855213}"/>
                </a:ext>
              </a:extLst>
            </p:cNvPr>
            <p:cNvSpPr>
              <a:spLocks noChangeArrowheads="1"/>
            </p:cNvSpPr>
            <p:nvPr/>
          </p:nvSpPr>
          <p:spPr bwMode="auto">
            <a:xfrm>
              <a:off x="0" y="192"/>
              <a:ext cx="383" cy="479"/>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41" name="Rectangle 11">
              <a:extLst>
                <a:ext uri="{FF2B5EF4-FFF2-40B4-BE49-F238E27FC236}">
                  <a16:creationId xmlns:a16="http://schemas.microsoft.com/office/drawing/2014/main" id="{F4D03DB1-AAF7-D12A-A288-B038B9EDF17F}"/>
                </a:ext>
              </a:extLst>
            </p:cNvPr>
            <p:cNvSpPr>
              <a:spLocks noChangeArrowheads="1"/>
            </p:cNvSpPr>
            <p:nvPr/>
          </p:nvSpPr>
          <p:spPr bwMode="auto">
            <a:xfrm>
              <a:off x="0" y="0"/>
              <a:ext cx="831" cy="191"/>
            </a:xfrm>
            <a:prstGeom prst="rect">
              <a:avLst/>
            </a:prstGeom>
            <a:solidFill>
              <a:srgbClr val="92278F"/>
            </a:solidFill>
            <a:ln w="19080" cap="sq">
              <a:solidFill>
                <a:srgbClr val="92278F"/>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42" name="Rectangle 12">
              <a:extLst>
                <a:ext uri="{FF2B5EF4-FFF2-40B4-BE49-F238E27FC236}">
                  <a16:creationId xmlns:a16="http://schemas.microsoft.com/office/drawing/2014/main" id="{8301B4BF-8762-3A02-0F14-DA3DEDFBC0A6}"/>
                </a:ext>
              </a:extLst>
            </p:cNvPr>
            <p:cNvSpPr>
              <a:spLocks noChangeArrowheads="1"/>
            </p:cNvSpPr>
            <p:nvPr/>
          </p:nvSpPr>
          <p:spPr bwMode="auto">
            <a:xfrm>
              <a:off x="832" y="0"/>
              <a:ext cx="3966" cy="191"/>
            </a:xfrm>
            <a:prstGeom prst="rect">
              <a:avLst/>
            </a:prstGeom>
            <a:solidFill>
              <a:srgbClr val="FFFFFF"/>
            </a:solidFill>
            <a:ln w="9360" cap="sq">
              <a:solidFill>
                <a:srgbClr val="80808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43" name="Line 13">
              <a:extLst>
                <a:ext uri="{FF2B5EF4-FFF2-40B4-BE49-F238E27FC236}">
                  <a16:creationId xmlns:a16="http://schemas.microsoft.com/office/drawing/2014/main" id="{A00C78A5-8212-BBBB-1365-4BE8F744628F}"/>
                </a:ext>
              </a:extLst>
            </p:cNvPr>
            <p:cNvSpPr>
              <a:spLocks noChangeShapeType="1"/>
            </p:cNvSpPr>
            <p:nvPr/>
          </p:nvSpPr>
          <p:spPr bwMode="auto">
            <a:xfrm flipV="1">
              <a:off x="384" y="191"/>
              <a:ext cx="0" cy="4129"/>
            </a:xfrm>
            <a:prstGeom prst="line">
              <a:avLst/>
            </a:prstGeom>
            <a:noFill/>
            <a:ln w="7632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1044" name="Line 14">
              <a:extLst>
                <a:ext uri="{FF2B5EF4-FFF2-40B4-BE49-F238E27FC236}">
                  <a16:creationId xmlns:a16="http://schemas.microsoft.com/office/drawing/2014/main" id="{D8528A6E-470B-F9D2-9C97-4A70887C5CB3}"/>
                </a:ext>
              </a:extLst>
            </p:cNvPr>
            <p:cNvSpPr>
              <a:spLocks noChangeShapeType="1"/>
            </p:cNvSpPr>
            <p:nvPr/>
          </p:nvSpPr>
          <p:spPr bwMode="auto">
            <a:xfrm>
              <a:off x="384" y="4224"/>
              <a:ext cx="7293" cy="0"/>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1045" name="Line 15">
              <a:extLst>
                <a:ext uri="{FF2B5EF4-FFF2-40B4-BE49-F238E27FC236}">
                  <a16:creationId xmlns:a16="http://schemas.microsoft.com/office/drawing/2014/main" id="{499F34CC-20C9-8DA2-8A75-C827F512A582}"/>
                </a:ext>
              </a:extLst>
            </p:cNvPr>
            <p:cNvSpPr>
              <a:spLocks noChangeShapeType="1"/>
            </p:cNvSpPr>
            <p:nvPr/>
          </p:nvSpPr>
          <p:spPr bwMode="auto">
            <a:xfrm flipV="1">
              <a:off x="7358" y="-1"/>
              <a:ext cx="0" cy="4225"/>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1046" name="Line 16">
              <a:extLst>
                <a:ext uri="{FF2B5EF4-FFF2-40B4-BE49-F238E27FC236}">
                  <a16:creationId xmlns:a16="http://schemas.microsoft.com/office/drawing/2014/main" id="{EEFE2C56-84AF-6E6E-2E81-AFBCC5D3AFC5}"/>
                </a:ext>
              </a:extLst>
            </p:cNvPr>
            <p:cNvSpPr>
              <a:spLocks noChangeShapeType="1"/>
            </p:cNvSpPr>
            <p:nvPr/>
          </p:nvSpPr>
          <p:spPr bwMode="auto">
            <a:xfrm>
              <a:off x="0" y="192"/>
              <a:ext cx="7677" cy="0"/>
            </a:xfrm>
            <a:prstGeom prst="line">
              <a:avLst/>
            </a:prstGeom>
            <a:noFill/>
            <a:ln w="3816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1047" name="Line 17">
              <a:extLst>
                <a:ext uri="{FF2B5EF4-FFF2-40B4-BE49-F238E27FC236}">
                  <a16:creationId xmlns:a16="http://schemas.microsoft.com/office/drawing/2014/main" id="{739B8EEB-06ED-4338-C859-47FB030EDD23}"/>
                </a:ext>
              </a:extLst>
            </p:cNvPr>
            <p:cNvSpPr>
              <a:spLocks noChangeShapeType="1"/>
            </p:cNvSpPr>
            <p:nvPr/>
          </p:nvSpPr>
          <p:spPr bwMode="auto">
            <a:xfrm flipH="1">
              <a:off x="4798" y="288"/>
              <a:ext cx="2880" cy="0"/>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1048" name="Line 18">
              <a:extLst>
                <a:ext uri="{FF2B5EF4-FFF2-40B4-BE49-F238E27FC236}">
                  <a16:creationId xmlns:a16="http://schemas.microsoft.com/office/drawing/2014/main" id="{8C499C4E-9732-F14F-49B6-7D18FCE62A44}"/>
                </a:ext>
              </a:extLst>
            </p:cNvPr>
            <p:cNvSpPr>
              <a:spLocks noChangeShapeType="1"/>
            </p:cNvSpPr>
            <p:nvPr/>
          </p:nvSpPr>
          <p:spPr bwMode="auto">
            <a:xfrm flipV="1">
              <a:off x="4799" y="-1"/>
              <a:ext cx="0" cy="289"/>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1049" name="Line 19">
              <a:extLst>
                <a:ext uri="{FF2B5EF4-FFF2-40B4-BE49-F238E27FC236}">
                  <a16:creationId xmlns:a16="http://schemas.microsoft.com/office/drawing/2014/main" id="{4E3D8BE0-F218-15A3-164C-1666109EE5EE}"/>
                </a:ext>
              </a:extLst>
            </p:cNvPr>
            <p:cNvSpPr>
              <a:spLocks noChangeShapeType="1"/>
            </p:cNvSpPr>
            <p:nvPr/>
          </p:nvSpPr>
          <p:spPr bwMode="auto">
            <a:xfrm>
              <a:off x="7358" y="1248"/>
              <a:ext cx="319" cy="0"/>
            </a:xfrm>
            <a:prstGeom prst="line">
              <a:avLst/>
            </a:prstGeom>
            <a:noFill/>
            <a:ln w="2844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 name="Line 20">
              <a:extLst>
                <a:ext uri="{FF2B5EF4-FFF2-40B4-BE49-F238E27FC236}">
                  <a16:creationId xmlns:a16="http://schemas.microsoft.com/office/drawing/2014/main" id="{7669AF38-0326-FDFE-32C1-36BCE5969912}"/>
                </a:ext>
              </a:extLst>
            </p:cNvPr>
            <p:cNvSpPr>
              <a:spLocks noChangeShapeType="1"/>
            </p:cNvSpPr>
            <p:nvPr/>
          </p:nvSpPr>
          <p:spPr bwMode="auto">
            <a:xfrm>
              <a:off x="832" y="0"/>
              <a:ext cx="0" cy="671"/>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Line 21">
              <a:extLst>
                <a:ext uri="{FF2B5EF4-FFF2-40B4-BE49-F238E27FC236}">
                  <a16:creationId xmlns:a16="http://schemas.microsoft.com/office/drawing/2014/main" id="{F60EB283-9067-D2D9-504B-8C041C52C1E1}"/>
                </a:ext>
              </a:extLst>
            </p:cNvPr>
            <p:cNvSpPr>
              <a:spLocks noChangeShapeType="1"/>
            </p:cNvSpPr>
            <p:nvPr/>
          </p:nvSpPr>
          <p:spPr bwMode="auto">
            <a:xfrm flipH="1">
              <a:off x="-1" y="672"/>
              <a:ext cx="833"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 name="Line 22">
              <a:extLst>
                <a:ext uri="{FF2B5EF4-FFF2-40B4-BE49-F238E27FC236}">
                  <a16:creationId xmlns:a16="http://schemas.microsoft.com/office/drawing/2014/main" id="{3AFA44A6-669C-88C9-EE7A-C99F6E74FF36}"/>
                </a:ext>
              </a:extLst>
            </p:cNvPr>
            <p:cNvSpPr>
              <a:spLocks noChangeShapeType="1"/>
            </p:cNvSpPr>
            <p:nvPr/>
          </p:nvSpPr>
          <p:spPr bwMode="auto">
            <a:xfrm flipH="1">
              <a:off x="-1" y="3312"/>
              <a:ext cx="385"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1053" name="Line 23">
              <a:extLst>
                <a:ext uri="{FF2B5EF4-FFF2-40B4-BE49-F238E27FC236}">
                  <a16:creationId xmlns:a16="http://schemas.microsoft.com/office/drawing/2014/main" id="{159EF34A-3D8A-7E82-1501-AB629646EF5C}"/>
                </a:ext>
              </a:extLst>
            </p:cNvPr>
            <p:cNvSpPr>
              <a:spLocks noChangeShapeType="1"/>
            </p:cNvSpPr>
            <p:nvPr/>
          </p:nvSpPr>
          <p:spPr bwMode="auto">
            <a:xfrm flipH="1">
              <a:off x="-1" y="3408"/>
              <a:ext cx="385" cy="0"/>
            </a:xfrm>
            <a:prstGeom prst="line">
              <a:avLst/>
            </a:prstGeom>
            <a:noFill/>
            <a:ln w="28440" cap="sq">
              <a:solidFill>
                <a:srgbClr val="92278F"/>
              </a:solidFill>
              <a:miter lim="800000"/>
              <a:headEnd/>
              <a:tailEnd/>
            </a:ln>
            <a:extLst>
              <a:ext uri="{909E8E84-426E-40DD-AFC4-6F175D3DCCD1}">
                <a14:hiddenFill xmlns:a14="http://schemas.microsoft.com/office/drawing/2010/main">
                  <a:noFill/>
                </a14:hiddenFill>
              </a:ext>
            </a:extLst>
          </p:spPr>
          <p:txBody>
            <a:bodyPr/>
            <a:lstStyle/>
            <a:p>
              <a:endParaRPr lang="en-IN"/>
            </a:p>
          </p:txBody>
        </p:sp>
      </p:grpSp>
      <p:sp>
        <p:nvSpPr>
          <p:cNvPr id="1027" name="Rectangle 24">
            <a:extLst>
              <a:ext uri="{FF2B5EF4-FFF2-40B4-BE49-F238E27FC236}">
                <a16:creationId xmlns:a16="http://schemas.microsoft.com/office/drawing/2014/main" id="{117B87D2-51B9-BDB5-E664-8121C03F94DE}"/>
              </a:ext>
            </a:extLst>
          </p:cNvPr>
          <p:cNvSpPr>
            <a:spLocks noGrp="1" noChangeArrowheads="1"/>
          </p:cNvSpPr>
          <p:nvPr>
            <p:ph type="title"/>
          </p:nvPr>
        </p:nvSpPr>
        <p:spPr bwMode="auto">
          <a:xfrm>
            <a:off x="1522809" y="533401"/>
            <a:ext cx="9602113"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1028" name="Rectangle 25">
            <a:extLst>
              <a:ext uri="{FF2B5EF4-FFF2-40B4-BE49-F238E27FC236}">
                <a16:creationId xmlns:a16="http://schemas.microsoft.com/office/drawing/2014/main" id="{67D456DB-DCE8-D0A7-BA7B-591A9EF9C47B}"/>
              </a:ext>
            </a:extLst>
          </p:cNvPr>
          <p:cNvSpPr>
            <a:spLocks noGrp="1" noChangeArrowheads="1"/>
          </p:cNvSpPr>
          <p:nvPr>
            <p:ph type="body" idx="1"/>
          </p:nvPr>
        </p:nvSpPr>
        <p:spPr bwMode="auto">
          <a:xfrm>
            <a:off x="1522809" y="1828801"/>
            <a:ext cx="9602113" cy="418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1050" name="Rectangle 26">
            <a:extLst>
              <a:ext uri="{FF2B5EF4-FFF2-40B4-BE49-F238E27FC236}">
                <a16:creationId xmlns:a16="http://schemas.microsoft.com/office/drawing/2014/main" id="{B62571D1-6D9C-49CC-8B58-F2336880EB41}"/>
              </a:ext>
            </a:extLst>
          </p:cNvPr>
          <p:cNvSpPr>
            <a:spLocks noGrp="1" noChangeArrowheads="1"/>
          </p:cNvSpPr>
          <p:nvPr>
            <p:ph type="ftr"/>
          </p:nvPr>
        </p:nvSpPr>
        <p:spPr bwMode="auto">
          <a:xfrm>
            <a:off x="1518046" y="6172201"/>
            <a:ext cx="6862962"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r>
              <a:rPr lang="en-US" altLang="en-US"/>
              <a:t>Add a footer</a:t>
            </a:r>
          </a:p>
        </p:txBody>
      </p:sp>
      <p:sp>
        <p:nvSpPr>
          <p:cNvPr id="1051" name="Rectangle 27">
            <a:extLst>
              <a:ext uri="{FF2B5EF4-FFF2-40B4-BE49-F238E27FC236}">
                <a16:creationId xmlns:a16="http://schemas.microsoft.com/office/drawing/2014/main" id="{86B8DE68-132D-4CE7-9D61-B3F5CE76857B}"/>
              </a:ext>
            </a:extLst>
          </p:cNvPr>
          <p:cNvSpPr>
            <a:spLocks noGrp="1" noChangeArrowheads="1"/>
          </p:cNvSpPr>
          <p:nvPr>
            <p:ph type="dt"/>
          </p:nvPr>
        </p:nvSpPr>
        <p:spPr bwMode="auto">
          <a:xfrm>
            <a:off x="8611255" y="6172201"/>
            <a:ext cx="1319556"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endParaRPr lang="en-US" altLang="en-US"/>
          </a:p>
        </p:txBody>
      </p:sp>
      <p:sp>
        <p:nvSpPr>
          <p:cNvPr id="1052" name="Rectangle 28">
            <a:extLst>
              <a:ext uri="{FF2B5EF4-FFF2-40B4-BE49-F238E27FC236}">
                <a16:creationId xmlns:a16="http://schemas.microsoft.com/office/drawing/2014/main" id="{4FEDEB4C-5984-4202-8D60-26C6B9C64530}"/>
              </a:ext>
            </a:extLst>
          </p:cNvPr>
          <p:cNvSpPr>
            <a:spLocks noGrp="1" noChangeArrowheads="1"/>
          </p:cNvSpPr>
          <p:nvPr>
            <p:ph type="sldNum"/>
          </p:nvPr>
        </p:nvSpPr>
        <p:spPr bwMode="auto">
          <a:xfrm>
            <a:off x="10135652" y="6172201"/>
            <a:ext cx="989270"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anose="05000000000000000000" pitchFamily="2" charset="2"/>
              <a:buNone/>
              <a:defRPr sz="1100">
                <a:solidFill>
                  <a:srgbClr val="000000"/>
                </a:solidFill>
                <a:latin typeface="Times New Roman" panose="02020603050405020304" pitchFamily="18" charset="0"/>
                <a:ea typeface="DejaVu Sans"/>
                <a:cs typeface="DejaVu Sans"/>
              </a:defRPr>
            </a:lvl1pPr>
          </a:lstStyle>
          <a:p>
            <a:fld id="{3BC1B025-BA8B-411A-8573-127221172512}" type="slidenum">
              <a:rPr lang="en-US" altLang="en-US"/>
              <a:pPr/>
              <a:t>‹#›</a:t>
            </a:fld>
            <a:endParaRPr lang="en-US" altLang="en-US"/>
          </a:p>
        </p:txBody>
      </p:sp>
    </p:spTree>
    <p:extLst>
      <p:ext uri="{BB962C8B-B14F-4D97-AF65-F5344CB8AC3E}">
        <p14:creationId xmlns:p14="http://schemas.microsoft.com/office/powerpoint/2010/main" val="212483502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dt="0"/>
  <p:txStyles>
    <p:titleStyle>
      <a:lvl1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kern="1200">
          <a:solidFill>
            <a:srgbClr val="632E62"/>
          </a:solidFill>
          <a:latin typeface="+mj-lt"/>
          <a:ea typeface="WenQuanYi Micro Hei" charset="0"/>
          <a:cs typeface="+mj-cs"/>
        </a:defRPr>
      </a:lvl1pPr>
      <a:lvl2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2pPr>
      <a:lvl3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3pPr>
      <a:lvl4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4pPr>
      <a:lvl5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5pPr>
      <a:lvl6pPr marL="25146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6pPr>
      <a:lvl7pPr marL="29718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7pPr>
      <a:lvl8pPr marL="34290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8pPr>
      <a:lvl9pPr marL="38862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9pPr>
    </p:titleStyle>
    <p:bodyStyle>
      <a:lvl1pPr marL="342900" indent="-342900" algn="l" defTabSz="457200" rtl="0" eaLnBrk="1" fontAlgn="base" hangingPunct="1">
        <a:lnSpc>
          <a:spcPct val="90000"/>
        </a:lnSpc>
        <a:spcBef>
          <a:spcPts val="1800"/>
        </a:spcBef>
        <a:spcAft>
          <a:spcPct val="0"/>
        </a:spcAft>
        <a:buClr>
          <a:srgbClr val="000000"/>
        </a:buClr>
        <a:buSzPct val="100000"/>
        <a:buFont typeface="Times New Roman" panose="02020603050405020304" pitchFamily="18" charset="0"/>
        <a:buChar char="•"/>
        <a:defRPr sz="2000" kern="1200">
          <a:solidFill>
            <a:srgbClr val="000000"/>
          </a:solidFill>
          <a:latin typeface="+mn-lt"/>
          <a:ea typeface="WenQuanYi Micro Hei" charset="0"/>
          <a:cs typeface="+mn-cs"/>
        </a:defRPr>
      </a:lvl1pPr>
      <a:lvl2pPr marL="742950" indent="-285750" algn="l" defTabSz="457200" rtl="0" eaLnBrk="1" fontAlgn="base" hangingPunct="1">
        <a:lnSpc>
          <a:spcPct val="90000"/>
        </a:lnSpc>
        <a:spcBef>
          <a:spcPts val="800"/>
        </a:spcBef>
        <a:spcAft>
          <a:spcPct val="0"/>
        </a:spcAft>
        <a:buClr>
          <a:srgbClr val="000000"/>
        </a:buClr>
        <a:buSzPct val="100000"/>
        <a:buFont typeface="Times New Roman" panose="02020603050405020304" pitchFamily="18" charset="0"/>
        <a:buChar char="–"/>
        <a:defRPr sz="2800" kern="1200">
          <a:solidFill>
            <a:srgbClr val="000000"/>
          </a:solidFill>
          <a:latin typeface="+mn-lt"/>
          <a:ea typeface="WenQuanYi Micro Hei" charset="0"/>
          <a:cs typeface="+mn-cs"/>
        </a:defRPr>
      </a:lvl2pPr>
      <a:lvl3pPr marL="11430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600" kern="1200">
          <a:solidFill>
            <a:srgbClr val="000000"/>
          </a:solidFill>
          <a:latin typeface="+mn-lt"/>
          <a:ea typeface="WenQuanYi Micro Hei" charset="0"/>
          <a:cs typeface="+mn-cs"/>
        </a:defRPr>
      </a:lvl3pPr>
      <a:lvl4pPr marL="16002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4pPr>
      <a:lvl5pPr marL="20574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050" name="Group 1">
            <a:extLst>
              <a:ext uri="{FF2B5EF4-FFF2-40B4-BE49-F238E27FC236}">
                <a16:creationId xmlns:a16="http://schemas.microsoft.com/office/drawing/2014/main" id="{6699106B-15DD-C5E4-6967-099E72490088}"/>
              </a:ext>
            </a:extLst>
          </p:cNvPr>
          <p:cNvGrpSpPr>
            <a:grpSpLocks/>
          </p:cNvGrpSpPr>
          <p:nvPr/>
        </p:nvGrpSpPr>
        <p:grpSpPr bwMode="auto">
          <a:xfrm>
            <a:off x="0" y="1"/>
            <a:ext cx="12190413" cy="6856413"/>
            <a:chOff x="0" y="0"/>
            <a:chExt cx="7677" cy="4319"/>
          </a:xfrm>
        </p:grpSpPr>
        <p:sp>
          <p:nvSpPr>
            <p:cNvPr id="2056" name="Rectangle 2">
              <a:extLst>
                <a:ext uri="{FF2B5EF4-FFF2-40B4-BE49-F238E27FC236}">
                  <a16:creationId xmlns:a16="http://schemas.microsoft.com/office/drawing/2014/main" id="{A466F70C-FB1E-144F-A45C-A41286CDEB1C}"/>
                </a:ext>
              </a:extLst>
            </p:cNvPr>
            <p:cNvSpPr>
              <a:spLocks noChangeArrowheads="1"/>
            </p:cNvSpPr>
            <p:nvPr/>
          </p:nvSpPr>
          <p:spPr bwMode="auto">
            <a:xfrm>
              <a:off x="2623" y="4224"/>
              <a:ext cx="5054" cy="95"/>
            </a:xfrm>
            <a:prstGeom prst="rect">
              <a:avLst/>
            </a:prstGeom>
            <a:gradFill rotWithShape="0">
              <a:gsLst>
                <a:gs pos="0">
                  <a:srgbClr val="1480D1"/>
                </a:gs>
                <a:gs pos="100000">
                  <a:srgbClr val="DAEDFB"/>
                </a:gs>
              </a:gsLst>
              <a:lin ang="108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57" name="Rectangle 3">
              <a:extLst>
                <a:ext uri="{FF2B5EF4-FFF2-40B4-BE49-F238E27FC236}">
                  <a16:creationId xmlns:a16="http://schemas.microsoft.com/office/drawing/2014/main" id="{5C2F7B06-3C9B-4E79-BC38-926A6E68EC85}"/>
                </a:ext>
              </a:extLst>
            </p:cNvPr>
            <p:cNvSpPr>
              <a:spLocks noChangeArrowheads="1"/>
            </p:cNvSpPr>
            <p:nvPr/>
          </p:nvSpPr>
          <p:spPr bwMode="auto">
            <a:xfrm>
              <a:off x="7358" y="1248"/>
              <a:ext cx="319" cy="2687"/>
            </a:xfrm>
            <a:prstGeom prst="rect">
              <a:avLst/>
            </a:prstGeom>
            <a:gradFill rotWithShape="0">
              <a:gsLst>
                <a:gs pos="0">
                  <a:srgbClr val="E8CDE7"/>
                </a:gs>
                <a:gs pos="100000">
                  <a:srgbClr val="BA69B8"/>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58" name="Rectangle 4">
              <a:extLst>
                <a:ext uri="{FF2B5EF4-FFF2-40B4-BE49-F238E27FC236}">
                  <a16:creationId xmlns:a16="http://schemas.microsoft.com/office/drawing/2014/main" id="{77F34E98-EFCB-5F23-3608-0B2620A196EA}"/>
                </a:ext>
              </a:extLst>
            </p:cNvPr>
            <p:cNvSpPr>
              <a:spLocks noChangeArrowheads="1"/>
            </p:cNvSpPr>
            <p:nvPr/>
          </p:nvSpPr>
          <p:spPr bwMode="auto">
            <a:xfrm>
              <a:off x="0" y="3312"/>
              <a:ext cx="383" cy="95"/>
            </a:xfrm>
            <a:prstGeom prst="rect">
              <a:avLst/>
            </a:prstGeom>
            <a:solidFill>
              <a:srgbClr val="9B57D3"/>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59" name="Rectangle 5">
              <a:extLst>
                <a:ext uri="{FF2B5EF4-FFF2-40B4-BE49-F238E27FC236}">
                  <a16:creationId xmlns:a16="http://schemas.microsoft.com/office/drawing/2014/main" id="{1ABCFB2F-123B-E135-88C2-5775897D5944}"/>
                </a:ext>
              </a:extLst>
            </p:cNvPr>
            <p:cNvSpPr>
              <a:spLocks noChangeArrowheads="1"/>
            </p:cNvSpPr>
            <p:nvPr/>
          </p:nvSpPr>
          <p:spPr bwMode="auto">
            <a:xfrm>
              <a:off x="0" y="3408"/>
              <a:ext cx="383" cy="911"/>
            </a:xfrm>
            <a:prstGeom prst="rect">
              <a:avLst/>
            </a:prstGeom>
            <a:solidFill>
              <a:srgbClr val="DDDDDD"/>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60" name="Rectangle 6">
              <a:extLst>
                <a:ext uri="{FF2B5EF4-FFF2-40B4-BE49-F238E27FC236}">
                  <a16:creationId xmlns:a16="http://schemas.microsoft.com/office/drawing/2014/main" id="{279C9911-D1E2-006A-DA41-A1E80AF5FA96}"/>
                </a:ext>
              </a:extLst>
            </p:cNvPr>
            <p:cNvSpPr>
              <a:spLocks noChangeArrowheads="1"/>
            </p:cNvSpPr>
            <p:nvPr/>
          </p:nvSpPr>
          <p:spPr bwMode="auto">
            <a:xfrm>
              <a:off x="7358" y="0"/>
              <a:ext cx="319" cy="1247"/>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61" name="Rectangle 7">
              <a:extLst>
                <a:ext uri="{FF2B5EF4-FFF2-40B4-BE49-F238E27FC236}">
                  <a16:creationId xmlns:a16="http://schemas.microsoft.com/office/drawing/2014/main" id="{2F7B2D7C-7C93-2287-E513-6C09A0F5F8C5}"/>
                </a:ext>
              </a:extLst>
            </p:cNvPr>
            <p:cNvSpPr>
              <a:spLocks noChangeArrowheads="1"/>
            </p:cNvSpPr>
            <p:nvPr/>
          </p:nvSpPr>
          <p:spPr bwMode="auto">
            <a:xfrm>
              <a:off x="4799" y="0"/>
              <a:ext cx="2558" cy="191"/>
            </a:xfrm>
            <a:prstGeom prst="rect">
              <a:avLst/>
            </a:prstGeom>
            <a:solidFill>
              <a:srgbClr val="92278F"/>
            </a:solidFill>
            <a:ln w="9360" cap="sq">
              <a:solidFill>
                <a:srgbClr val="755DD9"/>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62" name="Rectangle 8">
              <a:extLst>
                <a:ext uri="{FF2B5EF4-FFF2-40B4-BE49-F238E27FC236}">
                  <a16:creationId xmlns:a16="http://schemas.microsoft.com/office/drawing/2014/main" id="{A1A43567-3683-C503-9252-4ACC46F59F0E}"/>
                </a:ext>
              </a:extLst>
            </p:cNvPr>
            <p:cNvSpPr>
              <a:spLocks noChangeArrowheads="1"/>
            </p:cNvSpPr>
            <p:nvPr/>
          </p:nvSpPr>
          <p:spPr bwMode="auto">
            <a:xfrm>
              <a:off x="384" y="192"/>
              <a:ext cx="447" cy="479"/>
            </a:xfrm>
            <a:prstGeom prst="rect">
              <a:avLst/>
            </a:prstGeom>
            <a:solidFill>
              <a:srgbClr val="7E6583">
                <a:alpha val="50195"/>
              </a:srgbClr>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63" name="Rectangle 9">
              <a:extLst>
                <a:ext uri="{FF2B5EF4-FFF2-40B4-BE49-F238E27FC236}">
                  <a16:creationId xmlns:a16="http://schemas.microsoft.com/office/drawing/2014/main" id="{44DEDB86-65AA-6456-E01C-92CAFE55495B}"/>
                </a:ext>
              </a:extLst>
            </p:cNvPr>
            <p:cNvSpPr>
              <a:spLocks noChangeArrowheads="1"/>
            </p:cNvSpPr>
            <p:nvPr/>
          </p:nvSpPr>
          <p:spPr bwMode="auto">
            <a:xfrm>
              <a:off x="0" y="672"/>
              <a:ext cx="383" cy="2639"/>
            </a:xfrm>
            <a:prstGeom prst="rect">
              <a:avLst/>
            </a:prstGeom>
            <a:gradFill rotWithShape="0">
              <a:gsLst>
                <a:gs pos="0">
                  <a:srgbClr val="7E6583"/>
                </a:gs>
                <a:gs pos="100000">
                  <a:srgbClr val="FFFFFF"/>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64" name="Rectangle 10">
              <a:extLst>
                <a:ext uri="{FF2B5EF4-FFF2-40B4-BE49-F238E27FC236}">
                  <a16:creationId xmlns:a16="http://schemas.microsoft.com/office/drawing/2014/main" id="{803BE6DD-97ED-7288-C2F8-EED87230EB32}"/>
                </a:ext>
              </a:extLst>
            </p:cNvPr>
            <p:cNvSpPr>
              <a:spLocks noChangeArrowheads="1"/>
            </p:cNvSpPr>
            <p:nvPr/>
          </p:nvSpPr>
          <p:spPr bwMode="auto">
            <a:xfrm>
              <a:off x="0" y="192"/>
              <a:ext cx="383" cy="479"/>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65" name="Rectangle 11">
              <a:extLst>
                <a:ext uri="{FF2B5EF4-FFF2-40B4-BE49-F238E27FC236}">
                  <a16:creationId xmlns:a16="http://schemas.microsoft.com/office/drawing/2014/main" id="{766DE36D-AB24-BB64-1988-5BB6D0507F29}"/>
                </a:ext>
              </a:extLst>
            </p:cNvPr>
            <p:cNvSpPr>
              <a:spLocks noChangeArrowheads="1"/>
            </p:cNvSpPr>
            <p:nvPr/>
          </p:nvSpPr>
          <p:spPr bwMode="auto">
            <a:xfrm>
              <a:off x="0" y="0"/>
              <a:ext cx="831" cy="191"/>
            </a:xfrm>
            <a:prstGeom prst="rect">
              <a:avLst/>
            </a:prstGeom>
            <a:solidFill>
              <a:srgbClr val="92278F"/>
            </a:solidFill>
            <a:ln w="19080" cap="sq">
              <a:solidFill>
                <a:srgbClr val="92278F"/>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66" name="Rectangle 12">
              <a:extLst>
                <a:ext uri="{FF2B5EF4-FFF2-40B4-BE49-F238E27FC236}">
                  <a16:creationId xmlns:a16="http://schemas.microsoft.com/office/drawing/2014/main" id="{042F64B4-601F-57EE-A580-E47FE63B39C3}"/>
                </a:ext>
              </a:extLst>
            </p:cNvPr>
            <p:cNvSpPr>
              <a:spLocks noChangeArrowheads="1"/>
            </p:cNvSpPr>
            <p:nvPr/>
          </p:nvSpPr>
          <p:spPr bwMode="auto">
            <a:xfrm>
              <a:off x="832" y="0"/>
              <a:ext cx="3966" cy="191"/>
            </a:xfrm>
            <a:prstGeom prst="rect">
              <a:avLst/>
            </a:prstGeom>
            <a:solidFill>
              <a:srgbClr val="FFFFFF"/>
            </a:solidFill>
            <a:ln w="9360" cap="sq">
              <a:solidFill>
                <a:srgbClr val="80808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67" name="Line 13">
              <a:extLst>
                <a:ext uri="{FF2B5EF4-FFF2-40B4-BE49-F238E27FC236}">
                  <a16:creationId xmlns:a16="http://schemas.microsoft.com/office/drawing/2014/main" id="{72A9EEB0-1115-6FA3-9199-2FF22047ADD7}"/>
                </a:ext>
              </a:extLst>
            </p:cNvPr>
            <p:cNvSpPr>
              <a:spLocks noChangeShapeType="1"/>
            </p:cNvSpPr>
            <p:nvPr/>
          </p:nvSpPr>
          <p:spPr bwMode="auto">
            <a:xfrm flipV="1">
              <a:off x="384" y="191"/>
              <a:ext cx="0" cy="4129"/>
            </a:xfrm>
            <a:prstGeom prst="line">
              <a:avLst/>
            </a:prstGeom>
            <a:noFill/>
            <a:ln w="7632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068" name="Line 14">
              <a:extLst>
                <a:ext uri="{FF2B5EF4-FFF2-40B4-BE49-F238E27FC236}">
                  <a16:creationId xmlns:a16="http://schemas.microsoft.com/office/drawing/2014/main" id="{1AA4B8B8-C4EC-7D1B-A9D0-0B76FCC934AF}"/>
                </a:ext>
              </a:extLst>
            </p:cNvPr>
            <p:cNvSpPr>
              <a:spLocks noChangeShapeType="1"/>
            </p:cNvSpPr>
            <p:nvPr/>
          </p:nvSpPr>
          <p:spPr bwMode="auto">
            <a:xfrm>
              <a:off x="384" y="4224"/>
              <a:ext cx="7293" cy="0"/>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069" name="Line 15">
              <a:extLst>
                <a:ext uri="{FF2B5EF4-FFF2-40B4-BE49-F238E27FC236}">
                  <a16:creationId xmlns:a16="http://schemas.microsoft.com/office/drawing/2014/main" id="{DBE8FBBF-54FF-6A65-5657-C16447A694F8}"/>
                </a:ext>
              </a:extLst>
            </p:cNvPr>
            <p:cNvSpPr>
              <a:spLocks noChangeShapeType="1"/>
            </p:cNvSpPr>
            <p:nvPr/>
          </p:nvSpPr>
          <p:spPr bwMode="auto">
            <a:xfrm flipV="1">
              <a:off x="7358" y="-1"/>
              <a:ext cx="0" cy="4225"/>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070" name="Line 16">
              <a:extLst>
                <a:ext uri="{FF2B5EF4-FFF2-40B4-BE49-F238E27FC236}">
                  <a16:creationId xmlns:a16="http://schemas.microsoft.com/office/drawing/2014/main" id="{31C2E6E1-7229-0D02-CD9B-572C9606B9BF}"/>
                </a:ext>
              </a:extLst>
            </p:cNvPr>
            <p:cNvSpPr>
              <a:spLocks noChangeShapeType="1"/>
            </p:cNvSpPr>
            <p:nvPr/>
          </p:nvSpPr>
          <p:spPr bwMode="auto">
            <a:xfrm>
              <a:off x="0" y="192"/>
              <a:ext cx="7677" cy="0"/>
            </a:xfrm>
            <a:prstGeom prst="line">
              <a:avLst/>
            </a:prstGeom>
            <a:noFill/>
            <a:ln w="3816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071" name="Line 17">
              <a:extLst>
                <a:ext uri="{FF2B5EF4-FFF2-40B4-BE49-F238E27FC236}">
                  <a16:creationId xmlns:a16="http://schemas.microsoft.com/office/drawing/2014/main" id="{C3663037-6CAE-E401-D39D-626CCBA3642F}"/>
                </a:ext>
              </a:extLst>
            </p:cNvPr>
            <p:cNvSpPr>
              <a:spLocks noChangeShapeType="1"/>
            </p:cNvSpPr>
            <p:nvPr/>
          </p:nvSpPr>
          <p:spPr bwMode="auto">
            <a:xfrm flipH="1">
              <a:off x="4798" y="288"/>
              <a:ext cx="2880" cy="0"/>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072" name="Line 18">
              <a:extLst>
                <a:ext uri="{FF2B5EF4-FFF2-40B4-BE49-F238E27FC236}">
                  <a16:creationId xmlns:a16="http://schemas.microsoft.com/office/drawing/2014/main" id="{47F736F8-02BF-F7B4-3BCE-54D82E2069CA}"/>
                </a:ext>
              </a:extLst>
            </p:cNvPr>
            <p:cNvSpPr>
              <a:spLocks noChangeShapeType="1"/>
            </p:cNvSpPr>
            <p:nvPr/>
          </p:nvSpPr>
          <p:spPr bwMode="auto">
            <a:xfrm flipV="1">
              <a:off x="4799" y="-1"/>
              <a:ext cx="0" cy="289"/>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073" name="Line 19">
              <a:extLst>
                <a:ext uri="{FF2B5EF4-FFF2-40B4-BE49-F238E27FC236}">
                  <a16:creationId xmlns:a16="http://schemas.microsoft.com/office/drawing/2014/main" id="{A823224A-CF24-2D8E-A28C-1159AE32E640}"/>
                </a:ext>
              </a:extLst>
            </p:cNvPr>
            <p:cNvSpPr>
              <a:spLocks noChangeShapeType="1"/>
            </p:cNvSpPr>
            <p:nvPr/>
          </p:nvSpPr>
          <p:spPr bwMode="auto">
            <a:xfrm>
              <a:off x="7358" y="1248"/>
              <a:ext cx="319" cy="0"/>
            </a:xfrm>
            <a:prstGeom prst="line">
              <a:avLst/>
            </a:prstGeom>
            <a:noFill/>
            <a:ln w="2844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074" name="Line 20">
              <a:extLst>
                <a:ext uri="{FF2B5EF4-FFF2-40B4-BE49-F238E27FC236}">
                  <a16:creationId xmlns:a16="http://schemas.microsoft.com/office/drawing/2014/main" id="{1187368A-6190-B18C-5C08-615AA86FABA7}"/>
                </a:ext>
              </a:extLst>
            </p:cNvPr>
            <p:cNvSpPr>
              <a:spLocks noChangeShapeType="1"/>
            </p:cNvSpPr>
            <p:nvPr/>
          </p:nvSpPr>
          <p:spPr bwMode="auto">
            <a:xfrm>
              <a:off x="832" y="0"/>
              <a:ext cx="0" cy="671"/>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075" name="Line 21">
              <a:extLst>
                <a:ext uri="{FF2B5EF4-FFF2-40B4-BE49-F238E27FC236}">
                  <a16:creationId xmlns:a16="http://schemas.microsoft.com/office/drawing/2014/main" id="{05436508-7CC8-C63C-B3DA-4DCED955E014}"/>
                </a:ext>
              </a:extLst>
            </p:cNvPr>
            <p:cNvSpPr>
              <a:spLocks noChangeShapeType="1"/>
            </p:cNvSpPr>
            <p:nvPr/>
          </p:nvSpPr>
          <p:spPr bwMode="auto">
            <a:xfrm flipH="1">
              <a:off x="-1" y="672"/>
              <a:ext cx="833"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076" name="Line 22">
              <a:extLst>
                <a:ext uri="{FF2B5EF4-FFF2-40B4-BE49-F238E27FC236}">
                  <a16:creationId xmlns:a16="http://schemas.microsoft.com/office/drawing/2014/main" id="{3DA0FE1B-7ADF-869E-6B8F-5858BFF82638}"/>
                </a:ext>
              </a:extLst>
            </p:cNvPr>
            <p:cNvSpPr>
              <a:spLocks noChangeShapeType="1"/>
            </p:cNvSpPr>
            <p:nvPr/>
          </p:nvSpPr>
          <p:spPr bwMode="auto">
            <a:xfrm flipH="1">
              <a:off x="-1" y="3312"/>
              <a:ext cx="385"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077" name="Line 23">
              <a:extLst>
                <a:ext uri="{FF2B5EF4-FFF2-40B4-BE49-F238E27FC236}">
                  <a16:creationId xmlns:a16="http://schemas.microsoft.com/office/drawing/2014/main" id="{76CA9713-A589-EF4D-3B97-F71A457BB1EA}"/>
                </a:ext>
              </a:extLst>
            </p:cNvPr>
            <p:cNvSpPr>
              <a:spLocks noChangeShapeType="1"/>
            </p:cNvSpPr>
            <p:nvPr/>
          </p:nvSpPr>
          <p:spPr bwMode="auto">
            <a:xfrm flipH="1">
              <a:off x="-1" y="3408"/>
              <a:ext cx="385" cy="0"/>
            </a:xfrm>
            <a:prstGeom prst="line">
              <a:avLst/>
            </a:prstGeom>
            <a:noFill/>
            <a:ln w="28440" cap="sq">
              <a:solidFill>
                <a:srgbClr val="92278F"/>
              </a:solidFill>
              <a:miter lim="800000"/>
              <a:headEnd/>
              <a:tailEnd/>
            </a:ln>
            <a:extLst>
              <a:ext uri="{909E8E84-426E-40DD-AFC4-6F175D3DCCD1}">
                <a14:hiddenFill xmlns:a14="http://schemas.microsoft.com/office/drawing/2010/main">
                  <a:noFill/>
                </a14:hiddenFill>
              </a:ext>
            </a:extLst>
          </p:spPr>
          <p:txBody>
            <a:bodyPr/>
            <a:lstStyle/>
            <a:p>
              <a:endParaRPr lang="en-IN"/>
            </a:p>
          </p:txBody>
        </p:sp>
      </p:grpSp>
      <p:sp>
        <p:nvSpPr>
          <p:cNvPr id="2051" name="Rectangle 24">
            <a:extLst>
              <a:ext uri="{FF2B5EF4-FFF2-40B4-BE49-F238E27FC236}">
                <a16:creationId xmlns:a16="http://schemas.microsoft.com/office/drawing/2014/main" id="{954C6993-9609-6A52-B10C-7FDC24FD1514}"/>
              </a:ext>
            </a:extLst>
          </p:cNvPr>
          <p:cNvSpPr>
            <a:spLocks noGrp="1" noChangeArrowheads="1"/>
          </p:cNvSpPr>
          <p:nvPr>
            <p:ph type="title"/>
          </p:nvPr>
        </p:nvSpPr>
        <p:spPr bwMode="auto">
          <a:xfrm>
            <a:off x="1522809" y="533401"/>
            <a:ext cx="9602113"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2052" name="Rectangle 25">
            <a:extLst>
              <a:ext uri="{FF2B5EF4-FFF2-40B4-BE49-F238E27FC236}">
                <a16:creationId xmlns:a16="http://schemas.microsoft.com/office/drawing/2014/main" id="{BED17267-AAA0-4EAF-E47E-9EC33EB2E20A}"/>
              </a:ext>
            </a:extLst>
          </p:cNvPr>
          <p:cNvSpPr>
            <a:spLocks noGrp="1" noChangeArrowheads="1"/>
          </p:cNvSpPr>
          <p:nvPr>
            <p:ph type="body" idx="1"/>
          </p:nvPr>
        </p:nvSpPr>
        <p:spPr bwMode="auto">
          <a:xfrm>
            <a:off x="1522809" y="1828801"/>
            <a:ext cx="9602113" cy="418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4122" name="Rectangle 26">
            <a:extLst>
              <a:ext uri="{FF2B5EF4-FFF2-40B4-BE49-F238E27FC236}">
                <a16:creationId xmlns:a16="http://schemas.microsoft.com/office/drawing/2014/main" id="{C57B1945-E3F1-4FD6-A5B6-B3CB174CA92C}"/>
              </a:ext>
            </a:extLst>
          </p:cNvPr>
          <p:cNvSpPr>
            <a:spLocks noGrp="1" noChangeArrowheads="1"/>
          </p:cNvSpPr>
          <p:nvPr>
            <p:ph type="ftr"/>
          </p:nvPr>
        </p:nvSpPr>
        <p:spPr bwMode="auto">
          <a:xfrm>
            <a:off x="1518046" y="6172201"/>
            <a:ext cx="6862962"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r>
              <a:rPr lang="en-US" altLang="en-US"/>
              <a:t>Add a footer</a:t>
            </a:r>
          </a:p>
        </p:txBody>
      </p:sp>
      <p:sp>
        <p:nvSpPr>
          <p:cNvPr id="4123" name="Rectangle 27">
            <a:extLst>
              <a:ext uri="{FF2B5EF4-FFF2-40B4-BE49-F238E27FC236}">
                <a16:creationId xmlns:a16="http://schemas.microsoft.com/office/drawing/2014/main" id="{D508ADBA-AFE8-431B-9705-E777C87DD41C}"/>
              </a:ext>
            </a:extLst>
          </p:cNvPr>
          <p:cNvSpPr>
            <a:spLocks noGrp="1" noChangeArrowheads="1"/>
          </p:cNvSpPr>
          <p:nvPr>
            <p:ph type="dt"/>
          </p:nvPr>
        </p:nvSpPr>
        <p:spPr bwMode="auto">
          <a:xfrm>
            <a:off x="8611255" y="6172201"/>
            <a:ext cx="1319556"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endParaRPr lang="en-US" altLang="en-US"/>
          </a:p>
        </p:txBody>
      </p:sp>
      <p:sp>
        <p:nvSpPr>
          <p:cNvPr id="4124" name="Rectangle 28">
            <a:extLst>
              <a:ext uri="{FF2B5EF4-FFF2-40B4-BE49-F238E27FC236}">
                <a16:creationId xmlns:a16="http://schemas.microsoft.com/office/drawing/2014/main" id="{DB97948D-4BCB-4881-AA16-9CA484CEB145}"/>
              </a:ext>
            </a:extLst>
          </p:cNvPr>
          <p:cNvSpPr>
            <a:spLocks noGrp="1" noChangeArrowheads="1"/>
          </p:cNvSpPr>
          <p:nvPr>
            <p:ph type="sldNum"/>
          </p:nvPr>
        </p:nvSpPr>
        <p:spPr bwMode="auto">
          <a:xfrm>
            <a:off x="10135652" y="6172201"/>
            <a:ext cx="989270"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anose="05000000000000000000" pitchFamily="2" charset="2"/>
              <a:buNone/>
              <a:defRPr sz="1100">
                <a:solidFill>
                  <a:srgbClr val="000000"/>
                </a:solidFill>
                <a:latin typeface="Times New Roman" panose="02020603050405020304" pitchFamily="18" charset="0"/>
                <a:ea typeface="DejaVu Sans"/>
                <a:cs typeface="DejaVu Sans"/>
              </a:defRPr>
            </a:lvl1pPr>
          </a:lstStyle>
          <a:p>
            <a:fld id="{6E16AD23-1E25-4AF5-94CF-73A744828CF2}" type="slidenum">
              <a:rPr lang="en-US" altLang="en-US"/>
              <a:pPr/>
              <a:t>‹#›</a:t>
            </a:fld>
            <a:endParaRPr lang="en-US" altLang="en-US"/>
          </a:p>
        </p:txBody>
      </p:sp>
    </p:spTree>
    <p:extLst>
      <p:ext uri="{BB962C8B-B14F-4D97-AF65-F5344CB8AC3E}">
        <p14:creationId xmlns:p14="http://schemas.microsoft.com/office/powerpoint/2010/main" val="1256860015"/>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sldNum="0" hdr="0" dt="0"/>
  <p:txStyles>
    <p:titleStyle>
      <a:lvl1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kern="1200">
          <a:solidFill>
            <a:srgbClr val="632E62"/>
          </a:solidFill>
          <a:latin typeface="+mj-lt"/>
          <a:ea typeface="WenQuanYi Micro Hei" charset="0"/>
          <a:cs typeface="+mj-cs"/>
        </a:defRPr>
      </a:lvl1pPr>
      <a:lvl2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2pPr>
      <a:lvl3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3pPr>
      <a:lvl4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4pPr>
      <a:lvl5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5pPr>
      <a:lvl6pPr marL="25146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6pPr>
      <a:lvl7pPr marL="29718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7pPr>
      <a:lvl8pPr marL="34290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8pPr>
      <a:lvl9pPr marL="38862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9pPr>
    </p:titleStyle>
    <p:bodyStyle>
      <a:lvl1pPr marL="342900" indent="-342900" algn="l" defTabSz="457200" rtl="0" eaLnBrk="1" fontAlgn="base" hangingPunct="1">
        <a:lnSpc>
          <a:spcPct val="90000"/>
        </a:lnSpc>
        <a:spcBef>
          <a:spcPts val="1800"/>
        </a:spcBef>
        <a:spcAft>
          <a:spcPct val="0"/>
        </a:spcAft>
        <a:buClr>
          <a:srgbClr val="000000"/>
        </a:buClr>
        <a:buSzPct val="100000"/>
        <a:buFont typeface="Times New Roman" panose="02020603050405020304" pitchFamily="18" charset="0"/>
        <a:buChar char="•"/>
        <a:defRPr sz="2000" kern="1200">
          <a:solidFill>
            <a:srgbClr val="000000"/>
          </a:solidFill>
          <a:latin typeface="+mn-lt"/>
          <a:ea typeface="WenQuanYi Micro Hei" charset="0"/>
          <a:cs typeface="+mn-cs"/>
        </a:defRPr>
      </a:lvl1pPr>
      <a:lvl2pPr marL="742950" indent="-285750" algn="l" defTabSz="457200" rtl="0" eaLnBrk="1" fontAlgn="base" hangingPunct="1">
        <a:lnSpc>
          <a:spcPct val="90000"/>
        </a:lnSpc>
        <a:spcBef>
          <a:spcPts val="800"/>
        </a:spcBef>
        <a:spcAft>
          <a:spcPct val="0"/>
        </a:spcAft>
        <a:buClr>
          <a:srgbClr val="000000"/>
        </a:buClr>
        <a:buSzPct val="100000"/>
        <a:buFont typeface="Times New Roman" panose="02020603050405020304" pitchFamily="18" charset="0"/>
        <a:buChar char="–"/>
        <a:defRPr sz="2800" kern="1200">
          <a:solidFill>
            <a:srgbClr val="000000"/>
          </a:solidFill>
          <a:latin typeface="+mn-lt"/>
          <a:ea typeface="WenQuanYi Micro Hei" charset="0"/>
          <a:cs typeface="+mn-cs"/>
        </a:defRPr>
      </a:lvl2pPr>
      <a:lvl3pPr marL="11430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600" kern="1200">
          <a:solidFill>
            <a:srgbClr val="000000"/>
          </a:solidFill>
          <a:latin typeface="+mn-lt"/>
          <a:ea typeface="WenQuanYi Micro Hei" charset="0"/>
          <a:cs typeface="+mn-cs"/>
        </a:defRPr>
      </a:lvl3pPr>
      <a:lvl4pPr marL="16002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4pPr>
      <a:lvl5pPr marL="20574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3074" name="Group 1">
            <a:extLst>
              <a:ext uri="{FF2B5EF4-FFF2-40B4-BE49-F238E27FC236}">
                <a16:creationId xmlns:a16="http://schemas.microsoft.com/office/drawing/2014/main" id="{C837500F-FF72-3848-D5BD-72A9793C45F4}"/>
              </a:ext>
            </a:extLst>
          </p:cNvPr>
          <p:cNvGrpSpPr>
            <a:grpSpLocks/>
          </p:cNvGrpSpPr>
          <p:nvPr/>
        </p:nvGrpSpPr>
        <p:grpSpPr bwMode="auto">
          <a:xfrm>
            <a:off x="0" y="1"/>
            <a:ext cx="12190413" cy="6856413"/>
            <a:chOff x="0" y="0"/>
            <a:chExt cx="7677" cy="4319"/>
          </a:xfrm>
        </p:grpSpPr>
        <p:sp>
          <p:nvSpPr>
            <p:cNvPr id="3080" name="Rectangle 2">
              <a:extLst>
                <a:ext uri="{FF2B5EF4-FFF2-40B4-BE49-F238E27FC236}">
                  <a16:creationId xmlns:a16="http://schemas.microsoft.com/office/drawing/2014/main" id="{8D0711A6-9AFD-BB7E-E24B-F699897352B3}"/>
                </a:ext>
              </a:extLst>
            </p:cNvPr>
            <p:cNvSpPr>
              <a:spLocks noChangeArrowheads="1"/>
            </p:cNvSpPr>
            <p:nvPr/>
          </p:nvSpPr>
          <p:spPr bwMode="auto">
            <a:xfrm>
              <a:off x="2623" y="4224"/>
              <a:ext cx="5054" cy="95"/>
            </a:xfrm>
            <a:prstGeom prst="rect">
              <a:avLst/>
            </a:prstGeom>
            <a:gradFill rotWithShape="0">
              <a:gsLst>
                <a:gs pos="0">
                  <a:srgbClr val="1480D1"/>
                </a:gs>
                <a:gs pos="100000">
                  <a:srgbClr val="DAEDFB"/>
                </a:gs>
              </a:gsLst>
              <a:lin ang="108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81" name="Rectangle 3">
              <a:extLst>
                <a:ext uri="{FF2B5EF4-FFF2-40B4-BE49-F238E27FC236}">
                  <a16:creationId xmlns:a16="http://schemas.microsoft.com/office/drawing/2014/main" id="{A41A8ED7-16A2-C517-89F8-0D0B526AD96C}"/>
                </a:ext>
              </a:extLst>
            </p:cNvPr>
            <p:cNvSpPr>
              <a:spLocks noChangeArrowheads="1"/>
            </p:cNvSpPr>
            <p:nvPr/>
          </p:nvSpPr>
          <p:spPr bwMode="auto">
            <a:xfrm>
              <a:off x="7358" y="1248"/>
              <a:ext cx="319" cy="2687"/>
            </a:xfrm>
            <a:prstGeom prst="rect">
              <a:avLst/>
            </a:prstGeom>
            <a:gradFill rotWithShape="0">
              <a:gsLst>
                <a:gs pos="0">
                  <a:srgbClr val="E8CDE7"/>
                </a:gs>
                <a:gs pos="100000">
                  <a:srgbClr val="BA69B8"/>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82" name="Rectangle 4">
              <a:extLst>
                <a:ext uri="{FF2B5EF4-FFF2-40B4-BE49-F238E27FC236}">
                  <a16:creationId xmlns:a16="http://schemas.microsoft.com/office/drawing/2014/main" id="{B20FAD0F-A4B5-35AF-2D35-C08ECDF806BD}"/>
                </a:ext>
              </a:extLst>
            </p:cNvPr>
            <p:cNvSpPr>
              <a:spLocks noChangeArrowheads="1"/>
            </p:cNvSpPr>
            <p:nvPr/>
          </p:nvSpPr>
          <p:spPr bwMode="auto">
            <a:xfrm>
              <a:off x="0" y="3312"/>
              <a:ext cx="383" cy="95"/>
            </a:xfrm>
            <a:prstGeom prst="rect">
              <a:avLst/>
            </a:prstGeom>
            <a:solidFill>
              <a:srgbClr val="9B57D3"/>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83" name="Rectangle 5">
              <a:extLst>
                <a:ext uri="{FF2B5EF4-FFF2-40B4-BE49-F238E27FC236}">
                  <a16:creationId xmlns:a16="http://schemas.microsoft.com/office/drawing/2014/main" id="{A9575A09-4E2C-2C2E-E45A-77FE9B38C13F}"/>
                </a:ext>
              </a:extLst>
            </p:cNvPr>
            <p:cNvSpPr>
              <a:spLocks noChangeArrowheads="1"/>
            </p:cNvSpPr>
            <p:nvPr/>
          </p:nvSpPr>
          <p:spPr bwMode="auto">
            <a:xfrm>
              <a:off x="0" y="3408"/>
              <a:ext cx="383" cy="911"/>
            </a:xfrm>
            <a:prstGeom prst="rect">
              <a:avLst/>
            </a:prstGeom>
            <a:solidFill>
              <a:srgbClr val="DDDDDD"/>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84" name="Rectangle 6">
              <a:extLst>
                <a:ext uri="{FF2B5EF4-FFF2-40B4-BE49-F238E27FC236}">
                  <a16:creationId xmlns:a16="http://schemas.microsoft.com/office/drawing/2014/main" id="{4A4CAA6E-8F59-D3D6-21D2-C45D5ED784AC}"/>
                </a:ext>
              </a:extLst>
            </p:cNvPr>
            <p:cNvSpPr>
              <a:spLocks noChangeArrowheads="1"/>
            </p:cNvSpPr>
            <p:nvPr/>
          </p:nvSpPr>
          <p:spPr bwMode="auto">
            <a:xfrm>
              <a:off x="7358" y="0"/>
              <a:ext cx="319" cy="1247"/>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85" name="Rectangle 7">
              <a:extLst>
                <a:ext uri="{FF2B5EF4-FFF2-40B4-BE49-F238E27FC236}">
                  <a16:creationId xmlns:a16="http://schemas.microsoft.com/office/drawing/2014/main" id="{EDC055C8-F269-AED1-318F-41CC7DF6A0BA}"/>
                </a:ext>
              </a:extLst>
            </p:cNvPr>
            <p:cNvSpPr>
              <a:spLocks noChangeArrowheads="1"/>
            </p:cNvSpPr>
            <p:nvPr/>
          </p:nvSpPr>
          <p:spPr bwMode="auto">
            <a:xfrm>
              <a:off x="4799" y="0"/>
              <a:ext cx="2558" cy="191"/>
            </a:xfrm>
            <a:prstGeom prst="rect">
              <a:avLst/>
            </a:prstGeom>
            <a:solidFill>
              <a:srgbClr val="92278F"/>
            </a:solidFill>
            <a:ln w="9360" cap="sq">
              <a:solidFill>
                <a:srgbClr val="755DD9"/>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86" name="Rectangle 8">
              <a:extLst>
                <a:ext uri="{FF2B5EF4-FFF2-40B4-BE49-F238E27FC236}">
                  <a16:creationId xmlns:a16="http://schemas.microsoft.com/office/drawing/2014/main" id="{5524D298-0CEB-9123-60D0-ED456164742F}"/>
                </a:ext>
              </a:extLst>
            </p:cNvPr>
            <p:cNvSpPr>
              <a:spLocks noChangeArrowheads="1"/>
            </p:cNvSpPr>
            <p:nvPr/>
          </p:nvSpPr>
          <p:spPr bwMode="auto">
            <a:xfrm>
              <a:off x="384" y="192"/>
              <a:ext cx="447" cy="479"/>
            </a:xfrm>
            <a:prstGeom prst="rect">
              <a:avLst/>
            </a:prstGeom>
            <a:solidFill>
              <a:srgbClr val="7E6583">
                <a:alpha val="50195"/>
              </a:srgbClr>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87" name="Rectangle 9">
              <a:extLst>
                <a:ext uri="{FF2B5EF4-FFF2-40B4-BE49-F238E27FC236}">
                  <a16:creationId xmlns:a16="http://schemas.microsoft.com/office/drawing/2014/main" id="{4403D522-E72A-A8D6-4FAC-5F8A4E84FBD0}"/>
                </a:ext>
              </a:extLst>
            </p:cNvPr>
            <p:cNvSpPr>
              <a:spLocks noChangeArrowheads="1"/>
            </p:cNvSpPr>
            <p:nvPr/>
          </p:nvSpPr>
          <p:spPr bwMode="auto">
            <a:xfrm>
              <a:off x="0" y="672"/>
              <a:ext cx="383" cy="2639"/>
            </a:xfrm>
            <a:prstGeom prst="rect">
              <a:avLst/>
            </a:prstGeom>
            <a:gradFill rotWithShape="0">
              <a:gsLst>
                <a:gs pos="0">
                  <a:srgbClr val="7E6583"/>
                </a:gs>
                <a:gs pos="100000">
                  <a:srgbClr val="FFFFFF"/>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88" name="Rectangle 10">
              <a:extLst>
                <a:ext uri="{FF2B5EF4-FFF2-40B4-BE49-F238E27FC236}">
                  <a16:creationId xmlns:a16="http://schemas.microsoft.com/office/drawing/2014/main" id="{7DA115CB-74DA-357F-3E36-238BC5A10A03}"/>
                </a:ext>
              </a:extLst>
            </p:cNvPr>
            <p:cNvSpPr>
              <a:spLocks noChangeArrowheads="1"/>
            </p:cNvSpPr>
            <p:nvPr/>
          </p:nvSpPr>
          <p:spPr bwMode="auto">
            <a:xfrm>
              <a:off x="0" y="192"/>
              <a:ext cx="383" cy="479"/>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89" name="Rectangle 11">
              <a:extLst>
                <a:ext uri="{FF2B5EF4-FFF2-40B4-BE49-F238E27FC236}">
                  <a16:creationId xmlns:a16="http://schemas.microsoft.com/office/drawing/2014/main" id="{0175BED8-A088-6024-0E27-81E1F67B0B56}"/>
                </a:ext>
              </a:extLst>
            </p:cNvPr>
            <p:cNvSpPr>
              <a:spLocks noChangeArrowheads="1"/>
            </p:cNvSpPr>
            <p:nvPr/>
          </p:nvSpPr>
          <p:spPr bwMode="auto">
            <a:xfrm>
              <a:off x="0" y="0"/>
              <a:ext cx="831" cy="191"/>
            </a:xfrm>
            <a:prstGeom prst="rect">
              <a:avLst/>
            </a:prstGeom>
            <a:solidFill>
              <a:srgbClr val="92278F"/>
            </a:solidFill>
            <a:ln w="19080" cap="sq">
              <a:solidFill>
                <a:srgbClr val="92278F"/>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90" name="Rectangle 12">
              <a:extLst>
                <a:ext uri="{FF2B5EF4-FFF2-40B4-BE49-F238E27FC236}">
                  <a16:creationId xmlns:a16="http://schemas.microsoft.com/office/drawing/2014/main" id="{8EB71F07-B43B-C6F5-0066-B699FB18944F}"/>
                </a:ext>
              </a:extLst>
            </p:cNvPr>
            <p:cNvSpPr>
              <a:spLocks noChangeArrowheads="1"/>
            </p:cNvSpPr>
            <p:nvPr/>
          </p:nvSpPr>
          <p:spPr bwMode="auto">
            <a:xfrm>
              <a:off x="832" y="0"/>
              <a:ext cx="3966" cy="191"/>
            </a:xfrm>
            <a:prstGeom prst="rect">
              <a:avLst/>
            </a:prstGeom>
            <a:solidFill>
              <a:srgbClr val="FFFFFF"/>
            </a:solidFill>
            <a:ln w="9360" cap="sq">
              <a:solidFill>
                <a:srgbClr val="80808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91" name="Line 13">
              <a:extLst>
                <a:ext uri="{FF2B5EF4-FFF2-40B4-BE49-F238E27FC236}">
                  <a16:creationId xmlns:a16="http://schemas.microsoft.com/office/drawing/2014/main" id="{02903B49-2401-7516-DAD9-4EFE3B1E3719}"/>
                </a:ext>
              </a:extLst>
            </p:cNvPr>
            <p:cNvSpPr>
              <a:spLocks noChangeShapeType="1"/>
            </p:cNvSpPr>
            <p:nvPr/>
          </p:nvSpPr>
          <p:spPr bwMode="auto">
            <a:xfrm flipV="1">
              <a:off x="384" y="191"/>
              <a:ext cx="0" cy="4129"/>
            </a:xfrm>
            <a:prstGeom prst="line">
              <a:avLst/>
            </a:prstGeom>
            <a:noFill/>
            <a:ln w="7632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092" name="Line 14">
              <a:extLst>
                <a:ext uri="{FF2B5EF4-FFF2-40B4-BE49-F238E27FC236}">
                  <a16:creationId xmlns:a16="http://schemas.microsoft.com/office/drawing/2014/main" id="{68C7D0E4-39A4-C126-7D65-8F4387A03870}"/>
                </a:ext>
              </a:extLst>
            </p:cNvPr>
            <p:cNvSpPr>
              <a:spLocks noChangeShapeType="1"/>
            </p:cNvSpPr>
            <p:nvPr/>
          </p:nvSpPr>
          <p:spPr bwMode="auto">
            <a:xfrm>
              <a:off x="384" y="4224"/>
              <a:ext cx="7293" cy="0"/>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093" name="Line 15">
              <a:extLst>
                <a:ext uri="{FF2B5EF4-FFF2-40B4-BE49-F238E27FC236}">
                  <a16:creationId xmlns:a16="http://schemas.microsoft.com/office/drawing/2014/main" id="{EB555634-7254-126D-E8FC-C1445D3B4E72}"/>
                </a:ext>
              </a:extLst>
            </p:cNvPr>
            <p:cNvSpPr>
              <a:spLocks noChangeShapeType="1"/>
            </p:cNvSpPr>
            <p:nvPr/>
          </p:nvSpPr>
          <p:spPr bwMode="auto">
            <a:xfrm flipV="1">
              <a:off x="7358" y="-1"/>
              <a:ext cx="0" cy="4225"/>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094" name="Line 16">
              <a:extLst>
                <a:ext uri="{FF2B5EF4-FFF2-40B4-BE49-F238E27FC236}">
                  <a16:creationId xmlns:a16="http://schemas.microsoft.com/office/drawing/2014/main" id="{5DDCBD8C-E023-0801-10B2-8D2E9C201B19}"/>
                </a:ext>
              </a:extLst>
            </p:cNvPr>
            <p:cNvSpPr>
              <a:spLocks noChangeShapeType="1"/>
            </p:cNvSpPr>
            <p:nvPr/>
          </p:nvSpPr>
          <p:spPr bwMode="auto">
            <a:xfrm>
              <a:off x="0" y="192"/>
              <a:ext cx="7677" cy="0"/>
            </a:xfrm>
            <a:prstGeom prst="line">
              <a:avLst/>
            </a:prstGeom>
            <a:noFill/>
            <a:ln w="3816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095" name="Line 17">
              <a:extLst>
                <a:ext uri="{FF2B5EF4-FFF2-40B4-BE49-F238E27FC236}">
                  <a16:creationId xmlns:a16="http://schemas.microsoft.com/office/drawing/2014/main" id="{333AB8D7-DA3B-A681-0EEE-797DADB1BACD}"/>
                </a:ext>
              </a:extLst>
            </p:cNvPr>
            <p:cNvSpPr>
              <a:spLocks noChangeShapeType="1"/>
            </p:cNvSpPr>
            <p:nvPr/>
          </p:nvSpPr>
          <p:spPr bwMode="auto">
            <a:xfrm flipH="1">
              <a:off x="4798" y="288"/>
              <a:ext cx="2880" cy="0"/>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096" name="Line 18">
              <a:extLst>
                <a:ext uri="{FF2B5EF4-FFF2-40B4-BE49-F238E27FC236}">
                  <a16:creationId xmlns:a16="http://schemas.microsoft.com/office/drawing/2014/main" id="{704B7A03-FCEF-B488-410D-B4F5DEC43A5A}"/>
                </a:ext>
              </a:extLst>
            </p:cNvPr>
            <p:cNvSpPr>
              <a:spLocks noChangeShapeType="1"/>
            </p:cNvSpPr>
            <p:nvPr/>
          </p:nvSpPr>
          <p:spPr bwMode="auto">
            <a:xfrm flipV="1">
              <a:off x="4799" y="-1"/>
              <a:ext cx="0" cy="289"/>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097" name="Line 19">
              <a:extLst>
                <a:ext uri="{FF2B5EF4-FFF2-40B4-BE49-F238E27FC236}">
                  <a16:creationId xmlns:a16="http://schemas.microsoft.com/office/drawing/2014/main" id="{97D21EF5-018A-9437-6CE9-2512B77C089E}"/>
                </a:ext>
              </a:extLst>
            </p:cNvPr>
            <p:cNvSpPr>
              <a:spLocks noChangeShapeType="1"/>
            </p:cNvSpPr>
            <p:nvPr/>
          </p:nvSpPr>
          <p:spPr bwMode="auto">
            <a:xfrm>
              <a:off x="7358" y="1248"/>
              <a:ext cx="319" cy="0"/>
            </a:xfrm>
            <a:prstGeom prst="line">
              <a:avLst/>
            </a:prstGeom>
            <a:noFill/>
            <a:ln w="2844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098" name="Line 20">
              <a:extLst>
                <a:ext uri="{FF2B5EF4-FFF2-40B4-BE49-F238E27FC236}">
                  <a16:creationId xmlns:a16="http://schemas.microsoft.com/office/drawing/2014/main" id="{CD980C16-4B5C-7E1C-10AE-9FCBB44799D1}"/>
                </a:ext>
              </a:extLst>
            </p:cNvPr>
            <p:cNvSpPr>
              <a:spLocks noChangeShapeType="1"/>
            </p:cNvSpPr>
            <p:nvPr/>
          </p:nvSpPr>
          <p:spPr bwMode="auto">
            <a:xfrm>
              <a:off x="832" y="0"/>
              <a:ext cx="0" cy="671"/>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099" name="Line 21">
              <a:extLst>
                <a:ext uri="{FF2B5EF4-FFF2-40B4-BE49-F238E27FC236}">
                  <a16:creationId xmlns:a16="http://schemas.microsoft.com/office/drawing/2014/main" id="{1B475F00-C666-526A-1139-5E6C1AF37820}"/>
                </a:ext>
              </a:extLst>
            </p:cNvPr>
            <p:cNvSpPr>
              <a:spLocks noChangeShapeType="1"/>
            </p:cNvSpPr>
            <p:nvPr/>
          </p:nvSpPr>
          <p:spPr bwMode="auto">
            <a:xfrm flipH="1">
              <a:off x="-1" y="672"/>
              <a:ext cx="833"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100" name="Line 22">
              <a:extLst>
                <a:ext uri="{FF2B5EF4-FFF2-40B4-BE49-F238E27FC236}">
                  <a16:creationId xmlns:a16="http://schemas.microsoft.com/office/drawing/2014/main" id="{5B54CBCD-205B-F240-9FBC-442B610DFC4F}"/>
                </a:ext>
              </a:extLst>
            </p:cNvPr>
            <p:cNvSpPr>
              <a:spLocks noChangeShapeType="1"/>
            </p:cNvSpPr>
            <p:nvPr/>
          </p:nvSpPr>
          <p:spPr bwMode="auto">
            <a:xfrm flipH="1">
              <a:off x="-1" y="3312"/>
              <a:ext cx="385"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101" name="Line 23">
              <a:extLst>
                <a:ext uri="{FF2B5EF4-FFF2-40B4-BE49-F238E27FC236}">
                  <a16:creationId xmlns:a16="http://schemas.microsoft.com/office/drawing/2014/main" id="{41D00AB8-2141-45ED-2DE4-045604BD4E25}"/>
                </a:ext>
              </a:extLst>
            </p:cNvPr>
            <p:cNvSpPr>
              <a:spLocks noChangeShapeType="1"/>
            </p:cNvSpPr>
            <p:nvPr/>
          </p:nvSpPr>
          <p:spPr bwMode="auto">
            <a:xfrm flipH="1">
              <a:off x="-1" y="3408"/>
              <a:ext cx="385" cy="0"/>
            </a:xfrm>
            <a:prstGeom prst="line">
              <a:avLst/>
            </a:prstGeom>
            <a:noFill/>
            <a:ln w="28440" cap="sq">
              <a:solidFill>
                <a:srgbClr val="92278F"/>
              </a:solidFill>
              <a:miter lim="800000"/>
              <a:headEnd/>
              <a:tailEnd/>
            </a:ln>
            <a:extLst>
              <a:ext uri="{909E8E84-426E-40DD-AFC4-6F175D3DCCD1}">
                <a14:hiddenFill xmlns:a14="http://schemas.microsoft.com/office/drawing/2010/main">
                  <a:noFill/>
                </a14:hiddenFill>
              </a:ext>
            </a:extLst>
          </p:spPr>
          <p:txBody>
            <a:bodyPr/>
            <a:lstStyle/>
            <a:p>
              <a:endParaRPr lang="en-IN"/>
            </a:p>
          </p:txBody>
        </p:sp>
      </p:grpSp>
      <p:sp>
        <p:nvSpPr>
          <p:cNvPr id="3075" name="Rectangle 24">
            <a:extLst>
              <a:ext uri="{FF2B5EF4-FFF2-40B4-BE49-F238E27FC236}">
                <a16:creationId xmlns:a16="http://schemas.microsoft.com/office/drawing/2014/main" id="{D7CE1D5F-3501-861A-BA46-470758F44C3D}"/>
              </a:ext>
            </a:extLst>
          </p:cNvPr>
          <p:cNvSpPr>
            <a:spLocks noGrp="1" noChangeArrowheads="1"/>
          </p:cNvSpPr>
          <p:nvPr>
            <p:ph type="title"/>
          </p:nvPr>
        </p:nvSpPr>
        <p:spPr bwMode="auto">
          <a:xfrm>
            <a:off x="1522809" y="533401"/>
            <a:ext cx="9602113"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3076" name="Rectangle 25">
            <a:extLst>
              <a:ext uri="{FF2B5EF4-FFF2-40B4-BE49-F238E27FC236}">
                <a16:creationId xmlns:a16="http://schemas.microsoft.com/office/drawing/2014/main" id="{49EAE08D-91EE-5CB3-243E-D884EAAE502E}"/>
              </a:ext>
            </a:extLst>
          </p:cNvPr>
          <p:cNvSpPr>
            <a:spLocks noGrp="1" noChangeArrowheads="1"/>
          </p:cNvSpPr>
          <p:nvPr>
            <p:ph type="body" idx="1"/>
          </p:nvPr>
        </p:nvSpPr>
        <p:spPr bwMode="auto">
          <a:xfrm>
            <a:off x="1522809" y="1828801"/>
            <a:ext cx="9602113" cy="418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6170" name="Rectangle 26">
            <a:extLst>
              <a:ext uri="{FF2B5EF4-FFF2-40B4-BE49-F238E27FC236}">
                <a16:creationId xmlns:a16="http://schemas.microsoft.com/office/drawing/2014/main" id="{D264C249-CEBF-4727-909F-2E3D7848B717}"/>
              </a:ext>
            </a:extLst>
          </p:cNvPr>
          <p:cNvSpPr>
            <a:spLocks noGrp="1" noChangeArrowheads="1"/>
          </p:cNvSpPr>
          <p:nvPr>
            <p:ph type="ftr"/>
          </p:nvPr>
        </p:nvSpPr>
        <p:spPr bwMode="auto">
          <a:xfrm>
            <a:off x="1518046" y="6172201"/>
            <a:ext cx="6862962"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r>
              <a:rPr lang="en-US" altLang="en-US"/>
              <a:t>Add a footer</a:t>
            </a:r>
          </a:p>
        </p:txBody>
      </p:sp>
      <p:sp>
        <p:nvSpPr>
          <p:cNvPr id="6171" name="Rectangle 27">
            <a:extLst>
              <a:ext uri="{FF2B5EF4-FFF2-40B4-BE49-F238E27FC236}">
                <a16:creationId xmlns:a16="http://schemas.microsoft.com/office/drawing/2014/main" id="{7ABFBFCA-9977-41F6-9EFE-32D50D9AB057}"/>
              </a:ext>
            </a:extLst>
          </p:cNvPr>
          <p:cNvSpPr>
            <a:spLocks noGrp="1" noChangeArrowheads="1"/>
          </p:cNvSpPr>
          <p:nvPr>
            <p:ph type="dt"/>
          </p:nvPr>
        </p:nvSpPr>
        <p:spPr bwMode="auto">
          <a:xfrm>
            <a:off x="8611255" y="6172201"/>
            <a:ext cx="1319556"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endParaRPr lang="en-US" altLang="en-US"/>
          </a:p>
        </p:txBody>
      </p:sp>
      <p:sp>
        <p:nvSpPr>
          <p:cNvPr id="6172" name="Rectangle 28">
            <a:extLst>
              <a:ext uri="{FF2B5EF4-FFF2-40B4-BE49-F238E27FC236}">
                <a16:creationId xmlns:a16="http://schemas.microsoft.com/office/drawing/2014/main" id="{F26B9421-D3BB-42D8-AB1C-7D9F25029051}"/>
              </a:ext>
            </a:extLst>
          </p:cNvPr>
          <p:cNvSpPr>
            <a:spLocks noGrp="1" noChangeArrowheads="1"/>
          </p:cNvSpPr>
          <p:nvPr>
            <p:ph type="sldNum"/>
          </p:nvPr>
        </p:nvSpPr>
        <p:spPr bwMode="auto">
          <a:xfrm>
            <a:off x="10135652" y="6172201"/>
            <a:ext cx="989270"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anose="05000000000000000000" pitchFamily="2" charset="2"/>
              <a:buNone/>
              <a:defRPr sz="1100">
                <a:solidFill>
                  <a:srgbClr val="000000"/>
                </a:solidFill>
                <a:latin typeface="Times New Roman" panose="02020603050405020304" pitchFamily="18" charset="0"/>
                <a:ea typeface="DejaVu Sans"/>
                <a:cs typeface="DejaVu Sans"/>
              </a:defRPr>
            </a:lvl1pPr>
          </a:lstStyle>
          <a:p>
            <a:fld id="{5F90FA3C-09B3-458D-BFA3-ED66C29CD9D5}" type="slidenum">
              <a:rPr lang="en-US" altLang="en-US"/>
              <a:pPr/>
              <a:t>‹#›</a:t>
            </a:fld>
            <a:endParaRPr lang="en-US" altLang="en-US"/>
          </a:p>
        </p:txBody>
      </p:sp>
    </p:spTree>
    <p:extLst>
      <p:ext uri="{BB962C8B-B14F-4D97-AF65-F5344CB8AC3E}">
        <p14:creationId xmlns:p14="http://schemas.microsoft.com/office/powerpoint/2010/main" val="2384532995"/>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sldNum="0" hdr="0" dt="0"/>
  <p:txStyles>
    <p:titleStyle>
      <a:lvl1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kern="1200">
          <a:solidFill>
            <a:srgbClr val="632E62"/>
          </a:solidFill>
          <a:latin typeface="+mj-lt"/>
          <a:ea typeface="WenQuanYi Micro Hei" charset="0"/>
          <a:cs typeface="+mj-cs"/>
        </a:defRPr>
      </a:lvl1pPr>
      <a:lvl2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2pPr>
      <a:lvl3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3pPr>
      <a:lvl4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4pPr>
      <a:lvl5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5pPr>
      <a:lvl6pPr marL="25146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6pPr>
      <a:lvl7pPr marL="29718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7pPr>
      <a:lvl8pPr marL="34290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8pPr>
      <a:lvl9pPr marL="38862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9pPr>
    </p:titleStyle>
    <p:bodyStyle>
      <a:lvl1pPr marL="342900" indent="-342900" algn="l" defTabSz="457200" rtl="0" eaLnBrk="1" fontAlgn="base" hangingPunct="1">
        <a:lnSpc>
          <a:spcPct val="90000"/>
        </a:lnSpc>
        <a:spcBef>
          <a:spcPts val="1800"/>
        </a:spcBef>
        <a:spcAft>
          <a:spcPct val="0"/>
        </a:spcAft>
        <a:buClr>
          <a:srgbClr val="000000"/>
        </a:buClr>
        <a:buSzPct val="100000"/>
        <a:buFont typeface="Times New Roman" panose="02020603050405020304" pitchFamily="18" charset="0"/>
        <a:buChar char="•"/>
        <a:defRPr sz="2000" kern="1200">
          <a:solidFill>
            <a:srgbClr val="000000"/>
          </a:solidFill>
          <a:latin typeface="+mn-lt"/>
          <a:ea typeface="WenQuanYi Micro Hei" charset="0"/>
          <a:cs typeface="+mn-cs"/>
        </a:defRPr>
      </a:lvl1pPr>
      <a:lvl2pPr marL="742950" indent="-285750" algn="l" defTabSz="457200" rtl="0" eaLnBrk="1" fontAlgn="base" hangingPunct="1">
        <a:lnSpc>
          <a:spcPct val="90000"/>
        </a:lnSpc>
        <a:spcBef>
          <a:spcPts val="800"/>
        </a:spcBef>
        <a:spcAft>
          <a:spcPct val="0"/>
        </a:spcAft>
        <a:buClr>
          <a:srgbClr val="000000"/>
        </a:buClr>
        <a:buSzPct val="100000"/>
        <a:buFont typeface="Times New Roman" panose="02020603050405020304" pitchFamily="18" charset="0"/>
        <a:buChar char="–"/>
        <a:defRPr sz="2800" kern="1200">
          <a:solidFill>
            <a:srgbClr val="000000"/>
          </a:solidFill>
          <a:latin typeface="+mn-lt"/>
          <a:ea typeface="WenQuanYi Micro Hei" charset="0"/>
          <a:cs typeface="+mn-cs"/>
        </a:defRPr>
      </a:lvl2pPr>
      <a:lvl3pPr marL="11430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600" kern="1200">
          <a:solidFill>
            <a:srgbClr val="000000"/>
          </a:solidFill>
          <a:latin typeface="+mn-lt"/>
          <a:ea typeface="WenQuanYi Micro Hei" charset="0"/>
          <a:cs typeface="+mn-cs"/>
        </a:defRPr>
      </a:lvl3pPr>
      <a:lvl4pPr marL="16002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4pPr>
      <a:lvl5pPr marL="20574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4098" name="Group 1">
            <a:extLst>
              <a:ext uri="{FF2B5EF4-FFF2-40B4-BE49-F238E27FC236}">
                <a16:creationId xmlns:a16="http://schemas.microsoft.com/office/drawing/2014/main" id="{FF907275-4F0B-F972-DCA8-5EE62C19E341}"/>
              </a:ext>
            </a:extLst>
          </p:cNvPr>
          <p:cNvGrpSpPr>
            <a:grpSpLocks/>
          </p:cNvGrpSpPr>
          <p:nvPr/>
        </p:nvGrpSpPr>
        <p:grpSpPr bwMode="auto">
          <a:xfrm>
            <a:off x="0" y="1"/>
            <a:ext cx="12190413" cy="6856413"/>
            <a:chOff x="0" y="0"/>
            <a:chExt cx="7677" cy="4319"/>
          </a:xfrm>
        </p:grpSpPr>
        <p:sp>
          <p:nvSpPr>
            <p:cNvPr id="4104" name="Rectangle 2">
              <a:extLst>
                <a:ext uri="{FF2B5EF4-FFF2-40B4-BE49-F238E27FC236}">
                  <a16:creationId xmlns:a16="http://schemas.microsoft.com/office/drawing/2014/main" id="{AAA2DF42-4C65-A822-2857-A3151BABF522}"/>
                </a:ext>
              </a:extLst>
            </p:cNvPr>
            <p:cNvSpPr>
              <a:spLocks noChangeArrowheads="1"/>
            </p:cNvSpPr>
            <p:nvPr/>
          </p:nvSpPr>
          <p:spPr bwMode="auto">
            <a:xfrm>
              <a:off x="2623" y="4224"/>
              <a:ext cx="5054" cy="95"/>
            </a:xfrm>
            <a:prstGeom prst="rect">
              <a:avLst/>
            </a:prstGeom>
            <a:gradFill rotWithShape="0">
              <a:gsLst>
                <a:gs pos="0">
                  <a:srgbClr val="1480D1"/>
                </a:gs>
                <a:gs pos="100000">
                  <a:srgbClr val="DAEDFB"/>
                </a:gs>
              </a:gsLst>
              <a:lin ang="108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05" name="Rectangle 3">
              <a:extLst>
                <a:ext uri="{FF2B5EF4-FFF2-40B4-BE49-F238E27FC236}">
                  <a16:creationId xmlns:a16="http://schemas.microsoft.com/office/drawing/2014/main" id="{6EC48A8B-BA63-3BF3-7E01-03B588F20D93}"/>
                </a:ext>
              </a:extLst>
            </p:cNvPr>
            <p:cNvSpPr>
              <a:spLocks noChangeArrowheads="1"/>
            </p:cNvSpPr>
            <p:nvPr/>
          </p:nvSpPr>
          <p:spPr bwMode="auto">
            <a:xfrm>
              <a:off x="7358" y="1248"/>
              <a:ext cx="319" cy="2687"/>
            </a:xfrm>
            <a:prstGeom prst="rect">
              <a:avLst/>
            </a:prstGeom>
            <a:gradFill rotWithShape="0">
              <a:gsLst>
                <a:gs pos="0">
                  <a:srgbClr val="E8CDE7"/>
                </a:gs>
                <a:gs pos="100000">
                  <a:srgbClr val="BA69B8"/>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06" name="Rectangle 4">
              <a:extLst>
                <a:ext uri="{FF2B5EF4-FFF2-40B4-BE49-F238E27FC236}">
                  <a16:creationId xmlns:a16="http://schemas.microsoft.com/office/drawing/2014/main" id="{F543D233-E7FF-5CE4-AD33-44BAE520D0DA}"/>
                </a:ext>
              </a:extLst>
            </p:cNvPr>
            <p:cNvSpPr>
              <a:spLocks noChangeArrowheads="1"/>
            </p:cNvSpPr>
            <p:nvPr/>
          </p:nvSpPr>
          <p:spPr bwMode="auto">
            <a:xfrm>
              <a:off x="0" y="3312"/>
              <a:ext cx="383" cy="95"/>
            </a:xfrm>
            <a:prstGeom prst="rect">
              <a:avLst/>
            </a:prstGeom>
            <a:solidFill>
              <a:srgbClr val="9B57D3"/>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07" name="Rectangle 5">
              <a:extLst>
                <a:ext uri="{FF2B5EF4-FFF2-40B4-BE49-F238E27FC236}">
                  <a16:creationId xmlns:a16="http://schemas.microsoft.com/office/drawing/2014/main" id="{9EE2E93A-4737-8DB4-184F-8E11BC3FF5F3}"/>
                </a:ext>
              </a:extLst>
            </p:cNvPr>
            <p:cNvSpPr>
              <a:spLocks noChangeArrowheads="1"/>
            </p:cNvSpPr>
            <p:nvPr/>
          </p:nvSpPr>
          <p:spPr bwMode="auto">
            <a:xfrm>
              <a:off x="0" y="3408"/>
              <a:ext cx="383" cy="911"/>
            </a:xfrm>
            <a:prstGeom prst="rect">
              <a:avLst/>
            </a:prstGeom>
            <a:solidFill>
              <a:srgbClr val="DDDDDD"/>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08" name="Rectangle 6">
              <a:extLst>
                <a:ext uri="{FF2B5EF4-FFF2-40B4-BE49-F238E27FC236}">
                  <a16:creationId xmlns:a16="http://schemas.microsoft.com/office/drawing/2014/main" id="{97B30476-8817-C3E6-2DF2-61F41718E976}"/>
                </a:ext>
              </a:extLst>
            </p:cNvPr>
            <p:cNvSpPr>
              <a:spLocks noChangeArrowheads="1"/>
            </p:cNvSpPr>
            <p:nvPr/>
          </p:nvSpPr>
          <p:spPr bwMode="auto">
            <a:xfrm>
              <a:off x="7358" y="0"/>
              <a:ext cx="319" cy="1247"/>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09" name="Rectangle 7">
              <a:extLst>
                <a:ext uri="{FF2B5EF4-FFF2-40B4-BE49-F238E27FC236}">
                  <a16:creationId xmlns:a16="http://schemas.microsoft.com/office/drawing/2014/main" id="{8A592B7F-EC2D-32E0-5DC6-E6173B641BFB}"/>
                </a:ext>
              </a:extLst>
            </p:cNvPr>
            <p:cNvSpPr>
              <a:spLocks noChangeArrowheads="1"/>
            </p:cNvSpPr>
            <p:nvPr/>
          </p:nvSpPr>
          <p:spPr bwMode="auto">
            <a:xfrm>
              <a:off x="4799" y="0"/>
              <a:ext cx="2558" cy="191"/>
            </a:xfrm>
            <a:prstGeom prst="rect">
              <a:avLst/>
            </a:prstGeom>
            <a:solidFill>
              <a:srgbClr val="92278F"/>
            </a:solidFill>
            <a:ln w="9360" cap="sq">
              <a:solidFill>
                <a:srgbClr val="755DD9"/>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10" name="Rectangle 8">
              <a:extLst>
                <a:ext uri="{FF2B5EF4-FFF2-40B4-BE49-F238E27FC236}">
                  <a16:creationId xmlns:a16="http://schemas.microsoft.com/office/drawing/2014/main" id="{05DCFAEC-53EC-3280-62A1-DF0A225993CB}"/>
                </a:ext>
              </a:extLst>
            </p:cNvPr>
            <p:cNvSpPr>
              <a:spLocks noChangeArrowheads="1"/>
            </p:cNvSpPr>
            <p:nvPr/>
          </p:nvSpPr>
          <p:spPr bwMode="auto">
            <a:xfrm>
              <a:off x="384" y="192"/>
              <a:ext cx="447" cy="479"/>
            </a:xfrm>
            <a:prstGeom prst="rect">
              <a:avLst/>
            </a:prstGeom>
            <a:solidFill>
              <a:srgbClr val="7E6583">
                <a:alpha val="50195"/>
              </a:srgbClr>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11" name="Rectangle 9">
              <a:extLst>
                <a:ext uri="{FF2B5EF4-FFF2-40B4-BE49-F238E27FC236}">
                  <a16:creationId xmlns:a16="http://schemas.microsoft.com/office/drawing/2014/main" id="{A3E1A4C4-B3AB-C438-8DF2-000A0D6237BD}"/>
                </a:ext>
              </a:extLst>
            </p:cNvPr>
            <p:cNvSpPr>
              <a:spLocks noChangeArrowheads="1"/>
            </p:cNvSpPr>
            <p:nvPr/>
          </p:nvSpPr>
          <p:spPr bwMode="auto">
            <a:xfrm>
              <a:off x="0" y="672"/>
              <a:ext cx="383" cy="2639"/>
            </a:xfrm>
            <a:prstGeom prst="rect">
              <a:avLst/>
            </a:prstGeom>
            <a:gradFill rotWithShape="0">
              <a:gsLst>
                <a:gs pos="0">
                  <a:srgbClr val="7E6583"/>
                </a:gs>
                <a:gs pos="100000">
                  <a:srgbClr val="FFFFFF"/>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12" name="Rectangle 10">
              <a:extLst>
                <a:ext uri="{FF2B5EF4-FFF2-40B4-BE49-F238E27FC236}">
                  <a16:creationId xmlns:a16="http://schemas.microsoft.com/office/drawing/2014/main" id="{A5731399-7071-E6C8-9D03-1CD23BC5B401}"/>
                </a:ext>
              </a:extLst>
            </p:cNvPr>
            <p:cNvSpPr>
              <a:spLocks noChangeArrowheads="1"/>
            </p:cNvSpPr>
            <p:nvPr/>
          </p:nvSpPr>
          <p:spPr bwMode="auto">
            <a:xfrm>
              <a:off x="0" y="192"/>
              <a:ext cx="383" cy="479"/>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13" name="Rectangle 11">
              <a:extLst>
                <a:ext uri="{FF2B5EF4-FFF2-40B4-BE49-F238E27FC236}">
                  <a16:creationId xmlns:a16="http://schemas.microsoft.com/office/drawing/2014/main" id="{2B9EAA21-3B1C-37BB-3DDB-E1CE3C93A382}"/>
                </a:ext>
              </a:extLst>
            </p:cNvPr>
            <p:cNvSpPr>
              <a:spLocks noChangeArrowheads="1"/>
            </p:cNvSpPr>
            <p:nvPr/>
          </p:nvSpPr>
          <p:spPr bwMode="auto">
            <a:xfrm>
              <a:off x="0" y="0"/>
              <a:ext cx="831" cy="191"/>
            </a:xfrm>
            <a:prstGeom prst="rect">
              <a:avLst/>
            </a:prstGeom>
            <a:solidFill>
              <a:srgbClr val="92278F"/>
            </a:solidFill>
            <a:ln w="19080" cap="sq">
              <a:solidFill>
                <a:srgbClr val="92278F"/>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14" name="Rectangle 12">
              <a:extLst>
                <a:ext uri="{FF2B5EF4-FFF2-40B4-BE49-F238E27FC236}">
                  <a16:creationId xmlns:a16="http://schemas.microsoft.com/office/drawing/2014/main" id="{741DB475-8D4E-AE79-A643-BF57F1157DBC}"/>
                </a:ext>
              </a:extLst>
            </p:cNvPr>
            <p:cNvSpPr>
              <a:spLocks noChangeArrowheads="1"/>
            </p:cNvSpPr>
            <p:nvPr/>
          </p:nvSpPr>
          <p:spPr bwMode="auto">
            <a:xfrm>
              <a:off x="832" y="0"/>
              <a:ext cx="3966" cy="191"/>
            </a:xfrm>
            <a:prstGeom prst="rect">
              <a:avLst/>
            </a:prstGeom>
            <a:solidFill>
              <a:srgbClr val="FFFFFF"/>
            </a:solidFill>
            <a:ln w="9360" cap="sq">
              <a:solidFill>
                <a:srgbClr val="80808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15" name="Line 13">
              <a:extLst>
                <a:ext uri="{FF2B5EF4-FFF2-40B4-BE49-F238E27FC236}">
                  <a16:creationId xmlns:a16="http://schemas.microsoft.com/office/drawing/2014/main" id="{ABC60115-208C-6B77-2DE1-D0D44EC4C589}"/>
                </a:ext>
              </a:extLst>
            </p:cNvPr>
            <p:cNvSpPr>
              <a:spLocks noChangeShapeType="1"/>
            </p:cNvSpPr>
            <p:nvPr/>
          </p:nvSpPr>
          <p:spPr bwMode="auto">
            <a:xfrm flipV="1">
              <a:off x="384" y="191"/>
              <a:ext cx="0" cy="4129"/>
            </a:xfrm>
            <a:prstGeom prst="line">
              <a:avLst/>
            </a:prstGeom>
            <a:noFill/>
            <a:ln w="7632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116" name="Line 14">
              <a:extLst>
                <a:ext uri="{FF2B5EF4-FFF2-40B4-BE49-F238E27FC236}">
                  <a16:creationId xmlns:a16="http://schemas.microsoft.com/office/drawing/2014/main" id="{78C1D695-96CC-C3CD-0010-2C8ED079D6FB}"/>
                </a:ext>
              </a:extLst>
            </p:cNvPr>
            <p:cNvSpPr>
              <a:spLocks noChangeShapeType="1"/>
            </p:cNvSpPr>
            <p:nvPr/>
          </p:nvSpPr>
          <p:spPr bwMode="auto">
            <a:xfrm>
              <a:off x="384" y="4224"/>
              <a:ext cx="7293" cy="0"/>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117" name="Line 15">
              <a:extLst>
                <a:ext uri="{FF2B5EF4-FFF2-40B4-BE49-F238E27FC236}">
                  <a16:creationId xmlns:a16="http://schemas.microsoft.com/office/drawing/2014/main" id="{85FF04D8-F331-E2F8-65E2-7A623C3BE63D}"/>
                </a:ext>
              </a:extLst>
            </p:cNvPr>
            <p:cNvSpPr>
              <a:spLocks noChangeShapeType="1"/>
            </p:cNvSpPr>
            <p:nvPr/>
          </p:nvSpPr>
          <p:spPr bwMode="auto">
            <a:xfrm flipV="1">
              <a:off x="7358" y="-1"/>
              <a:ext cx="0" cy="4225"/>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118" name="Line 16">
              <a:extLst>
                <a:ext uri="{FF2B5EF4-FFF2-40B4-BE49-F238E27FC236}">
                  <a16:creationId xmlns:a16="http://schemas.microsoft.com/office/drawing/2014/main" id="{76C24C6C-50FA-2946-C68E-5BBCE17C2BCD}"/>
                </a:ext>
              </a:extLst>
            </p:cNvPr>
            <p:cNvSpPr>
              <a:spLocks noChangeShapeType="1"/>
            </p:cNvSpPr>
            <p:nvPr/>
          </p:nvSpPr>
          <p:spPr bwMode="auto">
            <a:xfrm>
              <a:off x="0" y="192"/>
              <a:ext cx="7677" cy="0"/>
            </a:xfrm>
            <a:prstGeom prst="line">
              <a:avLst/>
            </a:prstGeom>
            <a:noFill/>
            <a:ln w="3816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119" name="Line 17">
              <a:extLst>
                <a:ext uri="{FF2B5EF4-FFF2-40B4-BE49-F238E27FC236}">
                  <a16:creationId xmlns:a16="http://schemas.microsoft.com/office/drawing/2014/main" id="{97CD5682-952D-08FC-9F34-7A98B731E9DB}"/>
                </a:ext>
              </a:extLst>
            </p:cNvPr>
            <p:cNvSpPr>
              <a:spLocks noChangeShapeType="1"/>
            </p:cNvSpPr>
            <p:nvPr/>
          </p:nvSpPr>
          <p:spPr bwMode="auto">
            <a:xfrm flipH="1">
              <a:off x="4798" y="288"/>
              <a:ext cx="2880" cy="0"/>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120" name="Line 18">
              <a:extLst>
                <a:ext uri="{FF2B5EF4-FFF2-40B4-BE49-F238E27FC236}">
                  <a16:creationId xmlns:a16="http://schemas.microsoft.com/office/drawing/2014/main" id="{1CF20643-BEA7-C5E3-EAB0-3DB321451862}"/>
                </a:ext>
              </a:extLst>
            </p:cNvPr>
            <p:cNvSpPr>
              <a:spLocks noChangeShapeType="1"/>
            </p:cNvSpPr>
            <p:nvPr/>
          </p:nvSpPr>
          <p:spPr bwMode="auto">
            <a:xfrm flipV="1">
              <a:off x="4799" y="-1"/>
              <a:ext cx="0" cy="289"/>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121" name="Line 19">
              <a:extLst>
                <a:ext uri="{FF2B5EF4-FFF2-40B4-BE49-F238E27FC236}">
                  <a16:creationId xmlns:a16="http://schemas.microsoft.com/office/drawing/2014/main" id="{DC5D2448-BC34-8F48-8EFC-1E2494C931D6}"/>
                </a:ext>
              </a:extLst>
            </p:cNvPr>
            <p:cNvSpPr>
              <a:spLocks noChangeShapeType="1"/>
            </p:cNvSpPr>
            <p:nvPr/>
          </p:nvSpPr>
          <p:spPr bwMode="auto">
            <a:xfrm>
              <a:off x="7358" y="1248"/>
              <a:ext cx="319" cy="0"/>
            </a:xfrm>
            <a:prstGeom prst="line">
              <a:avLst/>
            </a:prstGeom>
            <a:noFill/>
            <a:ln w="2844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122" name="Line 20">
              <a:extLst>
                <a:ext uri="{FF2B5EF4-FFF2-40B4-BE49-F238E27FC236}">
                  <a16:creationId xmlns:a16="http://schemas.microsoft.com/office/drawing/2014/main" id="{325A8F93-B692-CD0E-63EA-62E60DEFB387}"/>
                </a:ext>
              </a:extLst>
            </p:cNvPr>
            <p:cNvSpPr>
              <a:spLocks noChangeShapeType="1"/>
            </p:cNvSpPr>
            <p:nvPr/>
          </p:nvSpPr>
          <p:spPr bwMode="auto">
            <a:xfrm>
              <a:off x="832" y="0"/>
              <a:ext cx="0" cy="671"/>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123" name="Line 21">
              <a:extLst>
                <a:ext uri="{FF2B5EF4-FFF2-40B4-BE49-F238E27FC236}">
                  <a16:creationId xmlns:a16="http://schemas.microsoft.com/office/drawing/2014/main" id="{AAF397E3-B46E-036D-1508-D0C5C89407E0}"/>
                </a:ext>
              </a:extLst>
            </p:cNvPr>
            <p:cNvSpPr>
              <a:spLocks noChangeShapeType="1"/>
            </p:cNvSpPr>
            <p:nvPr/>
          </p:nvSpPr>
          <p:spPr bwMode="auto">
            <a:xfrm flipH="1">
              <a:off x="-1" y="672"/>
              <a:ext cx="833"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124" name="Line 22">
              <a:extLst>
                <a:ext uri="{FF2B5EF4-FFF2-40B4-BE49-F238E27FC236}">
                  <a16:creationId xmlns:a16="http://schemas.microsoft.com/office/drawing/2014/main" id="{1C0EB9E3-0CAB-E557-A591-248A33BCC943}"/>
                </a:ext>
              </a:extLst>
            </p:cNvPr>
            <p:cNvSpPr>
              <a:spLocks noChangeShapeType="1"/>
            </p:cNvSpPr>
            <p:nvPr/>
          </p:nvSpPr>
          <p:spPr bwMode="auto">
            <a:xfrm flipH="1">
              <a:off x="-1" y="3312"/>
              <a:ext cx="385"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125" name="Line 23">
              <a:extLst>
                <a:ext uri="{FF2B5EF4-FFF2-40B4-BE49-F238E27FC236}">
                  <a16:creationId xmlns:a16="http://schemas.microsoft.com/office/drawing/2014/main" id="{AAE9D24E-BCAB-184C-1B1F-9BAA1BB86696}"/>
                </a:ext>
              </a:extLst>
            </p:cNvPr>
            <p:cNvSpPr>
              <a:spLocks noChangeShapeType="1"/>
            </p:cNvSpPr>
            <p:nvPr/>
          </p:nvSpPr>
          <p:spPr bwMode="auto">
            <a:xfrm flipH="1">
              <a:off x="-1" y="3408"/>
              <a:ext cx="385" cy="0"/>
            </a:xfrm>
            <a:prstGeom prst="line">
              <a:avLst/>
            </a:prstGeom>
            <a:noFill/>
            <a:ln w="28440" cap="sq">
              <a:solidFill>
                <a:srgbClr val="92278F"/>
              </a:solidFill>
              <a:miter lim="800000"/>
              <a:headEnd/>
              <a:tailEnd/>
            </a:ln>
            <a:extLst>
              <a:ext uri="{909E8E84-426E-40DD-AFC4-6F175D3DCCD1}">
                <a14:hiddenFill xmlns:a14="http://schemas.microsoft.com/office/drawing/2010/main">
                  <a:noFill/>
                </a14:hiddenFill>
              </a:ext>
            </a:extLst>
          </p:spPr>
          <p:txBody>
            <a:bodyPr/>
            <a:lstStyle/>
            <a:p>
              <a:endParaRPr lang="en-IN"/>
            </a:p>
          </p:txBody>
        </p:sp>
      </p:grpSp>
      <p:sp>
        <p:nvSpPr>
          <p:cNvPr id="4099" name="Rectangle 24">
            <a:extLst>
              <a:ext uri="{FF2B5EF4-FFF2-40B4-BE49-F238E27FC236}">
                <a16:creationId xmlns:a16="http://schemas.microsoft.com/office/drawing/2014/main" id="{E3E3A8CA-BE6D-5155-754B-B172A2377525}"/>
              </a:ext>
            </a:extLst>
          </p:cNvPr>
          <p:cNvSpPr>
            <a:spLocks noGrp="1" noChangeArrowheads="1"/>
          </p:cNvSpPr>
          <p:nvPr>
            <p:ph type="title"/>
          </p:nvPr>
        </p:nvSpPr>
        <p:spPr bwMode="auto">
          <a:xfrm>
            <a:off x="1522809" y="533401"/>
            <a:ext cx="9602113"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4100" name="Rectangle 25">
            <a:extLst>
              <a:ext uri="{FF2B5EF4-FFF2-40B4-BE49-F238E27FC236}">
                <a16:creationId xmlns:a16="http://schemas.microsoft.com/office/drawing/2014/main" id="{F330C959-8C74-4B66-F7BC-B30B655D18EC}"/>
              </a:ext>
            </a:extLst>
          </p:cNvPr>
          <p:cNvSpPr>
            <a:spLocks noGrp="1" noChangeArrowheads="1"/>
          </p:cNvSpPr>
          <p:nvPr>
            <p:ph type="body" idx="1"/>
          </p:nvPr>
        </p:nvSpPr>
        <p:spPr bwMode="auto">
          <a:xfrm>
            <a:off x="1522809" y="1828801"/>
            <a:ext cx="9602113" cy="418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7194" name="Rectangle 26">
            <a:extLst>
              <a:ext uri="{FF2B5EF4-FFF2-40B4-BE49-F238E27FC236}">
                <a16:creationId xmlns:a16="http://schemas.microsoft.com/office/drawing/2014/main" id="{A0AB64CF-141B-45BE-BEF2-44236CF06991}"/>
              </a:ext>
            </a:extLst>
          </p:cNvPr>
          <p:cNvSpPr>
            <a:spLocks noGrp="1" noChangeArrowheads="1"/>
          </p:cNvSpPr>
          <p:nvPr>
            <p:ph type="ftr"/>
          </p:nvPr>
        </p:nvSpPr>
        <p:spPr bwMode="auto">
          <a:xfrm>
            <a:off x="1518046" y="6172201"/>
            <a:ext cx="6862962"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r>
              <a:rPr lang="en-US" altLang="en-US"/>
              <a:t>Add a footer</a:t>
            </a:r>
          </a:p>
        </p:txBody>
      </p:sp>
      <p:sp>
        <p:nvSpPr>
          <p:cNvPr id="7195" name="Rectangle 27">
            <a:extLst>
              <a:ext uri="{FF2B5EF4-FFF2-40B4-BE49-F238E27FC236}">
                <a16:creationId xmlns:a16="http://schemas.microsoft.com/office/drawing/2014/main" id="{6FD7957D-FC87-4879-982A-3312C34CF1C4}"/>
              </a:ext>
            </a:extLst>
          </p:cNvPr>
          <p:cNvSpPr>
            <a:spLocks noGrp="1" noChangeArrowheads="1"/>
          </p:cNvSpPr>
          <p:nvPr>
            <p:ph type="dt"/>
          </p:nvPr>
        </p:nvSpPr>
        <p:spPr bwMode="auto">
          <a:xfrm>
            <a:off x="8611255" y="6172201"/>
            <a:ext cx="1319556"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endParaRPr lang="en-US" altLang="en-US"/>
          </a:p>
        </p:txBody>
      </p:sp>
      <p:sp>
        <p:nvSpPr>
          <p:cNvPr id="7196" name="Rectangle 28">
            <a:extLst>
              <a:ext uri="{FF2B5EF4-FFF2-40B4-BE49-F238E27FC236}">
                <a16:creationId xmlns:a16="http://schemas.microsoft.com/office/drawing/2014/main" id="{E9135FC6-CA01-47F1-A21B-CEE548D45705}"/>
              </a:ext>
            </a:extLst>
          </p:cNvPr>
          <p:cNvSpPr>
            <a:spLocks noGrp="1" noChangeArrowheads="1"/>
          </p:cNvSpPr>
          <p:nvPr>
            <p:ph type="sldNum"/>
          </p:nvPr>
        </p:nvSpPr>
        <p:spPr bwMode="auto">
          <a:xfrm>
            <a:off x="10135652" y="6172201"/>
            <a:ext cx="989270"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anose="05000000000000000000" pitchFamily="2" charset="2"/>
              <a:buNone/>
              <a:defRPr sz="1100">
                <a:solidFill>
                  <a:srgbClr val="000000"/>
                </a:solidFill>
                <a:latin typeface="Times New Roman" panose="02020603050405020304" pitchFamily="18" charset="0"/>
                <a:ea typeface="DejaVu Sans"/>
                <a:cs typeface="DejaVu Sans"/>
              </a:defRPr>
            </a:lvl1pPr>
          </a:lstStyle>
          <a:p>
            <a:fld id="{4A6FA0B3-08E6-424B-8357-E70C74C88E4E}" type="slidenum">
              <a:rPr lang="en-US" altLang="en-US"/>
              <a:pPr/>
              <a:t>‹#›</a:t>
            </a:fld>
            <a:endParaRPr lang="en-US" altLang="en-US"/>
          </a:p>
        </p:txBody>
      </p:sp>
    </p:spTree>
    <p:extLst>
      <p:ext uri="{BB962C8B-B14F-4D97-AF65-F5344CB8AC3E}">
        <p14:creationId xmlns:p14="http://schemas.microsoft.com/office/powerpoint/2010/main" val="3049366716"/>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hf sldNum="0" hdr="0" dt="0"/>
  <p:txStyles>
    <p:titleStyle>
      <a:lvl1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kern="1200">
          <a:solidFill>
            <a:srgbClr val="632E62"/>
          </a:solidFill>
          <a:latin typeface="+mj-lt"/>
          <a:ea typeface="WenQuanYi Micro Hei" charset="0"/>
          <a:cs typeface="+mj-cs"/>
        </a:defRPr>
      </a:lvl1pPr>
      <a:lvl2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2pPr>
      <a:lvl3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3pPr>
      <a:lvl4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4pPr>
      <a:lvl5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5pPr>
      <a:lvl6pPr marL="25146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6pPr>
      <a:lvl7pPr marL="29718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7pPr>
      <a:lvl8pPr marL="34290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8pPr>
      <a:lvl9pPr marL="38862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9pPr>
    </p:titleStyle>
    <p:bodyStyle>
      <a:lvl1pPr marL="342900" indent="-342900" algn="l" defTabSz="457200" rtl="0" eaLnBrk="1" fontAlgn="base" hangingPunct="1">
        <a:lnSpc>
          <a:spcPct val="90000"/>
        </a:lnSpc>
        <a:spcBef>
          <a:spcPts val="1800"/>
        </a:spcBef>
        <a:spcAft>
          <a:spcPct val="0"/>
        </a:spcAft>
        <a:buClr>
          <a:srgbClr val="000000"/>
        </a:buClr>
        <a:buSzPct val="100000"/>
        <a:buFont typeface="Times New Roman" panose="02020603050405020304" pitchFamily="18" charset="0"/>
        <a:buChar char="•"/>
        <a:defRPr sz="2000" kern="1200">
          <a:solidFill>
            <a:srgbClr val="000000"/>
          </a:solidFill>
          <a:latin typeface="+mn-lt"/>
          <a:ea typeface="WenQuanYi Micro Hei" charset="0"/>
          <a:cs typeface="+mn-cs"/>
        </a:defRPr>
      </a:lvl1pPr>
      <a:lvl2pPr marL="742950" indent="-285750" algn="l" defTabSz="457200" rtl="0" eaLnBrk="1" fontAlgn="base" hangingPunct="1">
        <a:lnSpc>
          <a:spcPct val="90000"/>
        </a:lnSpc>
        <a:spcBef>
          <a:spcPts val="800"/>
        </a:spcBef>
        <a:spcAft>
          <a:spcPct val="0"/>
        </a:spcAft>
        <a:buClr>
          <a:srgbClr val="000000"/>
        </a:buClr>
        <a:buSzPct val="100000"/>
        <a:buFont typeface="Times New Roman" panose="02020603050405020304" pitchFamily="18" charset="0"/>
        <a:buChar char="–"/>
        <a:defRPr sz="2800" kern="1200">
          <a:solidFill>
            <a:srgbClr val="000000"/>
          </a:solidFill>
          <a:latin typeface="+mn-lt"/>
          <a:ea typeface="WenQuanYi Micro Hei" charset="0"/>
          <a:cs typeface="+mn-cs"/>
        </a:defRPr>
      </a:lvl2pPr>
      <a:lvl3pPr marL="11430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600" kern="1200">
          <a:solidFill>
            <a:srgbClr val="000000"/>
          </a:solidFill>
          <a:latin typeface="+mn-lt"/>
          <a:ea typeface="WenQuanYi Micro Hei" charset="0"/>
          <a:cs typeface="+mn-cs"/>
        </a:defRPr>
      </a:lvl3pPr>
      <a:lvl4pPr marL="16002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4pPr>
      <a:lvl5pPr marL="20574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6146" name="Group 1">
            <a:extLst>
              <a:ext uri="{FF2B5EF4-FFF2-40B4-BE49-F238E27FC236}">
                <a16:creationId xmlns:a16="http://schemas.microsoft.com/office/drawing/2014/main" id="{6B89AB13-EEA7-B54E-3ADC-30BC59C2D73B}"/>
              </a:ext>
            </a:extLst>
          </p:cNvPr>
          <p:cNvGrpSpPr>
            <a:grpSpLocks/>
          </p:cNvGrpSpPr>
          <p:nvPr/>
        </p:nvGrpSpPr>
        <p:grpSpPr bwMode="auto">
          <a:xfrm>
            <a:off x="0" y="1"/>
            <a:ext cx="12190413" cy="6856413"/>
            <a:chOff x="0" y="0"/>
            <a:chExt cx="7677" cy="4319"/>
          </a:xfrm>
        </p:grpSpPr>
        <p:sp>
          <p:nvSpPr>
            <p:cNvPr id="6152" name="Rectangle 2">
              <a:extLst>
                <a:ext uri="{FF2B5EF4-FFF2-40B4-BE49-F238E27FC236}">
                  <a16:creationId xmlns:a16="http://schemas.microsoft.com/office/drawing/2014/main" id="{B39B5589-C9EB-ECF3-979C-D464735363B3}"/>
                </a:ext>
              </a:extLst>
            </p:cNvPr>
            <p:cNvSpPr>
              <a:spLocks noChangeArrowheads="1"/>
            </p:cNvSpPr>
            <p:nvPr/>
          </p:nvSpPr>
          <p:spPr bwMode="auto">
            <a:xfrm>
              <a:off x="2623" y="4224"/>
              <a:ext cx="5054" cy="95"/>
            </a:xfrm>
            <a:prstGeom prst="rect">
              <a:avLst/>
            </a:prstGeom>
            <a:gradFill rotWithShape="0">
              <a:gsLst>
                <a:gs pos="0">
                  <a:srgbClr val="1480D1"/>
                </a:gs>
                <a:gs pos="100000">
                  <a:srgbClr val="DAEDFB"/>
                </a:gs>
              </a:gsLst>
              <a:lin ang="108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53" name="Rectangle 3">
              <a:extLst>
                <a:ext uri="{FF2B5EF4-FFF2-40B4-BE49-F238E27FC236}">
                  <a16:creationId xmlns:a16="http://schemas.microsoft.com/office/drawing/2014/main" id="{E94ABA7E-1F08-7786-82C4-6605E106E13E}"/>
                </a:ext>
              </a:extLst>
            </p:cNvPr>
            <p:cNvSpPr>
              <a:spLocks noChangeArrowheads="1"/>
            </p:cNvSpPr>
            <p:nvPr/>
          </p:nvSpPr>
          <p:spPr bwMode="auto">
            <a:xfrm>
              <a:off x="7358" y="1248"/>
              <a:ext cx="319" cy="2687"/>
            </a:xfrm>
            <a:prstGeom prst="rect">
              <a:avLst/>
            </a:prstGeom>
            <a:gradFill rotWithShape="0">
              <a:gsLst>
                <a:gs pos="0">
                  <a:srgbClr val="E8CDE7"/>
                </a:gs>
                <a:gs pos="100000">
                  <a:srgbClr val="BA69B8"/>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54" name="Rectangle 4">
              <a:extLst>
                <a:ext uri="{FF2B5EF4-FFF2-40B4-BE49-F238E27FC236}">
                  <a16:creationId xmlns:a16="http://schemas.microsoft.com/office/drawing/2014/main" id="{55BCDD0F-8D18-582B-05B6-B03046DD2BC0}"/>
                </a:ext>
              </a:extLst>
            </p:cNvPr>
            <p:cNvSpPr>
              <a:spLocks noChangeArrowheads="1"/>
            </p:cNvSpPr>
            <p:nvPr/>
          </p:nvSpPr>
          <p:spPr bwMode="auto">
            <a:xfrm>
              <a:off x="0" y="3312"/>
              <a:ext cx="383" cy="95"/>
            </a:xfrm>
            <a:prstGeom prst="rect">
              <a:avLst/>
            </a:prstGeom>
            <a:solidFill>
              <a:srgbClr val="9B57D3"/>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55" name="Rectangle 5">
              <a:extLst>
                <a:ext uri="{FF2B5EF4-FFF2-40B4-BE49-F238E27FC236}">
                  <a16:creationId xmlns:a16="http://schemas.microsoft.com/office/drawing/2014/main" id="{665F1F61-4E2A-1595-3559-2225A399812F}"/>
                </a:ext>
              </a:extLst>
            </p:cNvPr>
            <p:cNvSpPr>
              <a:spLocks noChangeArrowheads="1"/>
            </p:cNvSpPr>
            <p:nvPr/>
          </p:nvSpPr>
          <p:spPr bwMode="auto">
            <a:xfrm>
              <a:off x="0" y="3408"/>
              <a:ext cx="383" cy="911"/>
            </a:xfrm>
            <a:prstGeom prst="rect">
              <a:avLst/>
            </a:prstGeom>
            <a:solidFill>
              <a:srgbClr val="DDDDDD"/>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56" name="Rectangle 6">
              <a:extLst>
                <a:ext uri="{FF2B5EF4-FFF2-40B4-BE49-F238E27FC236}">
                  <a16:creationId xmlns:a16="http://schemas.microsoft.com/office/drawing/2014/main" id="{3E09CC03-C155-3915-70E8-6CEB1EF285B7}"/>
                </a:ext>
              </a:extLst>
            </p:cNvPr>
            <p:cNvSpPr>
              <a:spLocks noChangeArrowheads="1"/>
            </p:cNvSpPr>
            <p:nvPr/>
          </p:nvSpPr>
          <p:spPr bwMode="auto">
            <a:xfrm>
              <a:off x="7358" y="0"/>
              <a:ext cx="319" cy="1247"/>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57" name="Rectangle 7">
              <a:extLst>
                <a:ext uri="{FF2B5EF4-FFF2-40B4-BE49-F238E27FC236}">
                  <a16:creationId xmlns:a16="http://schemas.microsoft.com/office/drawing/2014/main" id="{66CEFF0D-426C-CF2C-D889-6F3087B2D34F}"/>
                </a:ext>
              </a:extLst>
            </p:cNvPr>
            <p:cNvSpPr>
              <a:spLocks noChangeArrowheads="1"/>
            </p:cNvSpPr>
            <p:nvPr/>
          </p:nvSpPr>
          <p:spPr bwMode="auto">
            <a:xfrm>
              <a:off x="4799" y="0"/>
              <a:ext cx="2558" cy="191"/>
            </a:xfrm>
            <a:prstGeom prst="rect">
              <a:avLst/>
            </a:prstGeom>
            <a:solidFill>
              <a:srgbClr val="92278F"/>
            </a:solidFill>
            <a:ln w="9360" cap="sq">
              <a:solidFill>
                <a:srgbClr val="755DD9"/>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58" name="Rectangle 8">
              <a:extLst>
                <a:ext uri="{FF2B5EF4-FFF2-40B4-BE49-F238E27FC236}">
                  <a16:creationId xmlns:a16="http://schemas.microsoft.com/office/drawing/2014/main" id="{E447E641-C5DB-9CA2-F3B5-057D1C7F7F4B}"/>
                </a:ext>
              </a:extLst>
            </p:cNvPr>
            <p:cNvSpPr>
              <a:spLocks noChangeArrowheads="1"/>
            </p:cNvSpPr>
            <p:nvPr/>
          </p:nvSpPr>
          <p:spPr bwMode="auto">
            <a:xfrm>
              <a:off x="384" y="192"/>
              <a:ext cx="447" cy="479"/>
            </a:xfrm>
            <a:prstGeom prst="rect">
              <a:avLst/>
            </a:prstGeom>
            <a:solidFill>
              <a:srgbClr val="7E6583">
                <a:alpha val="50195"/>
              </a:srgbClr>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59" name="Rectangle 9">
              <a:extLst>
                <a:ext uri="{FF2B5EF4-FFF2-40B4-BE49-F238E27FC236}">
                  <a16:creationId xmlns:a16="http://schemas.microsoft.com/office/drawing/2014/main" id="{D8CD08B6-3D37-B7F0-0031-653482C4181E}"/>
                </a:ext>
              </a:extLst>
            </p:cNvPr>
            <p:cNvSpPr>
              <a:spLocks noChangeArrowheads="1"/>
            </p:cNvSpPr>
            <p:nvPr/>
          </p:nvSpPr>
          <p:spPr bwMode="auto">
            <a:xfrm>
              <a:off x="0" y="672"/>
              <a:ext cx="383" cy="2639"/>
            </a:xfrm>
            <a:prstGeom prst="rect">
              <a:avLst/>
            </a:prstGeom>
            <a:gradFill rotWithShape="0">
              <a:gsLst>
                <a:gs pos="0">
                  <a:srgbClr val="7E6583"/>
                </a:gs>
                <a:gs pos="100000">
                  <a:srgbClr val="FFFFFF"/>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60" name="Rectangle 10">
              <a:extLst>
                <a:ext uri="{FF2B5EF4-FFF2-40B4-BE49-F238E27FC236}">
                  <a16:creationId xmlns:a16="http://schemas.microsoft.com/office/drawing/2014/main" id="{FB901E18-7756-E2D0-456D-503C051D20B4}"/>
                </a:ext>
              </a:extLst>
            </p:cNvPr>
            <p:cNvSpPr>
              <a:spLocks noChangeArrowheads="1"/>
            </p:cNvSpPr>
            <p:nvPr/>
          </p:nvSpPr>
          <p:spPr bwMode="auto">
            <a:xfrm>
              <a:off x="0" y="192"/>
              <a:ext cx="383" cy="479"/>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61" name="Rectangle 11">
              <a:extLst>
                <a:ext uri="{FF2B5EF4-FFF2-40B4-BE49-F238E27FC236}">
                  <a16:creationId xmlns:a16="http://schemas.microsoft.com/office/drawing/2014/main" id="{1B096209-0C67-652B-79DE-3833BA5E0E82}"/>
                </a:ext>
              </a:extLst>
            </p:cNvPr>
            <p:cNvSpPr>
              <a:spLocks noChangeArrowheads="1"/>
            </p:cNvSpPr>
            <p:nvPr/>
          </p:nvSpPr>
          <p:spPr bwMode="auto">
            <a:xfrm>
              <a:off x="0" y="0"/>
              <a:ext cx="831" cy="191"/>
            </a:xfrm>
            <a:prstGeom prst="rect">
              <a:avLst/>
            </a:prstGeom>
            <a:solidFill>
              <a:srgbClr val="92278F"/>
            </a:solidFill>
            <a:ln w="19080" cap="sq">
              <a:solidFill>
                <a:srgbClr val="92278F"/>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62" name="Rectangle 12">
              <a:extLst>
                <a:ext uri="{FF2B5EF4-FFF2-40B4-BE49-F238E27FC236}">
                  <a16:creationId xmlns:a16="http://schemas.microsoft.com/office/drawing/2014/main" id="{04FE8BF8-6AF3-6470-B3C2-00319EECC28A}"/>
                </a:ext>
              </a:extLst>
            </p:cNvPr>
            <p:cNvSpPr>
              <a:spLocks noChangeArrowheads="1"/>
            </p:cNvSpPr>
            <p:nvPr/>
          </p:nvSpPr>
          <p:spPr bwMode="auto">
            <a:xfrm>
              <a:off x="832" y="0"/>
              <a:ext cx="3966" cy="191"/>
            </a:xfrm>
            <a:prstGeom prst="rect">
              <a:avLst/>
            </a:prstGeom>
            <a:solidFill>
              <a:srgbClr val="FFFFFF"/>
            </a:solidFill>
            <a:ln w="9360" cap="sq">
              <a:solidFill>
                <a:srgbClr val="80808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63" name="Line 13">
              <a:extLst>
                <a:ext uri="{FF2B5EF4-FFF2-40B4-BE49-F238E27FC236}">
                  <a16:creationId xmlns:a16="http://schemas.microsoft.com/office/drawing/2014/main" id="{7E4D08EE-E832-AE46-36CD-49A52D5175EF}"/>
                </a:ext>
              </a:extLst>
            </p:cNvPr>
            <p:cNvSpPr>
              <a:spLocks noChangeShapeType="1"/>
            </p:cNvSpPr>
            <p:nvPr/>
          </p:nvSpPr>
          <p:spPr bwMode="auto">
            <a:xfrm flipV="1">
              <a:off x="384" y="191"/>
              <a:ext cx="0" cy="4129"/>
            </a:xfrm>
            <a:prstGeom prst="line">
              <a:avLst/>
            </a:prstGeom>
            <a:noFill/>
            <a:ln w="7632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6164" name="Line 14">
              <a:extLst>
                <a:ext uri="{FF2B5EF4-FFF2-40B4-BE49-F238E27FC236}">
                  <a16:creationId xmlns:a16="http://schemas.microsoft.com/office/drawing/2014/main" id="{B3C0B364-4574-7485-36DF-C0D8F815A017}"/>
                </a:ext>
              </a:extLst>
            </p:cNvPr>
            <p:cNvSpPr>
              <a:spLocks noChangeShapeType="1"/>
            </p:cNvSpPr>
            <p:nvPr/>
          </p:nvSpPr>
          <p:spPr bwMode="auto">
            <a:xfrm>
              <a:off x="384" y="4224"/>
              <a:ext cx="7293" cy="0"/>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6165" name="Line 15">
              <a:extLst>
                <a:ext uri="{FF2B5EF4-FFF2-40B4-BE49-F238E27FC236}">
                  <a16:creationId xmlns:a16="http://schemas.microsoft.com/office/drawing/2014/main" id="{6E620E14-64E3-B791-4686-406638BB8980}"/>
                </a:ext>
              </a:extLst>
            </p:cNvPr>
            <p:cNvSpPr>
              <a:spLocks noChangeShapeType="1"/>
            </p:cNvSpPr>
            <p:nvPr/>
          </p:nvSpPr>
          <p:spPr bwMode="auto">
            <a:xfrm flipV="1">
              <a:off x="7358" y="-1"/>
              <a:ext cx="0" cy="4225"/>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6166" name="Line 16">
              <a:extLst>
                <a:ext uri="{FF2B5EF4-FFF2-40B4-BE49-F238E27FC236}">
                  <a16:creationId xmlns:a16="http://schemas.microsoft.com/office/drawing/2014/main" id="{FDC98F1C-A716-DDE0-FA5E-5B840CFD9926}"/>
                </a:ext>
              </a:extLst>
            </p:cNvPr>
            <p:cNvSpPr>
              <a:spLocks noChangeShapeType="1"/>
            </p:cNvSpPr>
            <p:nvPr/>
          </p:nvSpPr>
          <p:spPr bwMode="auto">
            <a:xfrm>
              <a:off x="0" y="192"/>
              <a:ext cx="7677" cy="0"/>
            </a:xfrm>
            <a:prstGeom prst="line">
              <a:avLst/>
            </a:prstGeom>
            <a:noFill/>
            <a:ln w="3816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6167" name="Line 17">
              <a:extLst>
                <a:ext uri="{FF2B5EF4-FFF2-40B4-BE49-F238E27FC236}">
                  <a16:creationId xmlns:a16="http://schemas.microsoft.com/office/drawing/2014/main" id="{97D61120-CB37-C133-8BEE-1F03DD7BB7A8}"/>
                </a:ext>
              </a:extLst>
            </p:cNvPr>
            <p:cNvSpPr>
              <a:spLocks noChangeShapeType="1"/>
            </p:cNvSpPr>
            <p:nvPr/>
          </p:nvSpPr>
          <p:spPr bwMode="auto">
            <a:xfrm flipH="1">
              <a:off x="4798" y="288"/>
              <a:ext cx="2880" cy="0"/>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6168" name="Line 18">
              <a:extLst>
                <a:ext uri="{FF2B5EF4-FFF2-40B4-BE49-F238E27FC236}">
                  <a16:creationId xmlns:a16="http://schemas.microsoft.com/office/drawing/2014/main" id="{3D84CECD-D464-032B-470C-22747E405ED8}"/>
                </a:ext>
              </a:extLst>
            </p:cNvPr>
            <p:cNvSpPr>
              <a:spLocks noChangeShapeType="1"/>
            </p:cNvSpPr>
            <p:nvPr/>
          </p:nvSpPr>
          <p:spPr bwMode="auto">
            <a:xfrm flipV="1">
              <a:off x="4799" y="-1"/>
              <a:ext cx="0" cy="289"/>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6169" name="Line 19">
              <a:extLst>
                <a:ext uri="{FF2B5EF4-FFF2-40B4-BE49-F238E27FC236}">
                  <a16:creationId xmlns:a16="http://schemas.microsoft.com/office/drawing/2014/main" id="{AA29B552-EB30-36E3-9A36-C677A7F31732}"/>
                </a:ext>
              </a:extLst>
            </p:cNvPr>
            <p:cNvSpPr>
              <a:spLocks noChangeShapeType="1"/>
            </p:cNvSpPr>
            <p:nvPr/>
          </p:nvSpPr>
          <p:spPr bwMode="auto">
            <a:xfrm>
              <a:off x="7358" y="1248"/>
              <a:ext cx="319" cy="0"/>
            </a:xfrm>
            <a:prstGeom prst="line">
              <a:avLst/>
            </a:prstGeom>
            <a:noFill/>
            <a:ln w="2844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6170" name="Line 20">
              <a:extLst>
                <a:ext uri="{FF2B5EF4-FFF2-40B4-BE49-F238E27FC236}">
                  <a16:creationId xmlns:a16="http://schemas.microsoft.com/office/drawing/2014/main" id="{0A56866D-BBD8-9C29-64C4-BCC9719806C0}"/>
                </a:ext>
              </a:extLst>
            </p:cNvPr>
            <p:cNvSpPr>
              <a:spLocks noChangeShapeType="1"/>
            </p:cNvSpPr>
            <p:nvPr/>
          </p:nvSpPr>
          <p:spPr bwMode="auto">
            <a:xfrm>
              <a:off x="832" y="0"/>
              <a:ext cx="0" cy="671"/>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6171" name="Line 21">
              <a:extLst>
                <a:ext uri="{FF2B5EF4-FFF2-40B4-BE49-F238E27FC236}">
                  <a16:creationId xmlns:a16="http://schemas.microsoft.com/office/drawing/2014/main" id="{6F667A03-EC71-F168-4D30-FCF7B3EF5F02}"/>
                </a:ext>
              </a:extLst>
            </p:cNvPr>
            <p:cNvSpPr>
              <a:spLocks noChangeShapeType="1"/>
            </p:cNvSpPr>
            <p:nvPr/>
          </p:nvSpPr>
          <p:spPr bwMode="auto">
            <a:xfrm flipH="1">
              <a:off x="-1" y="672"/>
              <a:ext cx="833"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6172" name="Line 22">
              <a:extLst>
                <a:ext uri="{FF2B5EF4-FFF2-40B4-BE49-F238E27FC236}">
                  <a16:creationId xmlns:a16="http://schemas.microsoft.com/office/drawing/2014/main" id="{658A0136-0953-3AD3-5691-10A0739F8064}"/>
                </a:ext>
              </a:extLst>
            </p:cNvPr>
            <p:cNvSpPr>
              <a:spLocks noChangeShapeType="1"/>
            </p:cNvSpPr>
            <p:nvPr/>
          </p:nvSpPr>
          <p:spPr bwMode="auto">
            <a:xfrm flipH="1">
              <a:off x="-1" y="3312"/>
              <a:ext cx="385"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6173" name="Line 23">
              <a:extLst>
                <a:ext uri="{FF2B5EF4-FFF2-40B4-BE49-F238E27FC236}">
                  <a16:creationId xmlns:a16="http://schemas.microsoft.com/office/drawing/2014/main" id="{A1382CA0-56BD-6F49-2EA2-0F7AC767FC19}"/>
                </a:ext>
              </a:extLst>
            </p:cNvPr>
            <p:cNvSpPr>
              <a:spLocks noChangeShapeType="1"/>
            </p:cNvSpPr>
            <p:nvPr/>
          </p:nvSpPr>
          <p:spPr bwMode="auto">
            <a:xfrm flipH="1">
              <a:off x="-1" y="3408"/>
              <a:ext cx="385" cy="0"/>
            </a:xfrm>
            <a:prstGeom prst="line">
              <a:avLst/>
            </a:prstGeom>
            <a:noFill/>
            <a:ln w="28440" cap="sq">
              <a:solidFill>
                <a:srgbClr val="92278F"/>
              </a:solidFill>
              <a:miter lim="800000"/>
              <a:headEnd/>
              <a:tailEnd/>
            </a:ln>
            <a:extLst>
              <a:ext uri="{909E8E84-426E-40DD-AFC4-6F175D3DCCD1}">
                <a14:hiddenFill xmlns:a14="http://schemas.microsoft.com/office/drawing/2010/main">
                  <a:noFill/>
                </a14:hiddenFill>
              </a:ext>
            </a:extLst>
          </p:spPr>
          <p:txBody>
            <a:bodyPr/>
            <a:lstStyle/>
            <a:p>
              <a:endParaRPr lang="en-IN"/>
            </a:p>
          </p:txBody>
        </p:sp>
      </p:grpSp>
      <p:sp>
        <p:nvSpPr>
          <p:cNvPr id="6147" name="Rectangle 24">
            <a:extLst>
              <a:ext uri="{FF2B5EF4-FFF2-40B4-BE49-F238E27FC236}">
                <a16:creationId xmlns:a16="http://schemas.microsoft.com/office/drawing/2014/main" id="{66AE92CE-5FC0-9079-D50E-B2E8B30FF1AE}"/>
              </a:ext>
            </a:extLst>
          </p:cNvPr>
          <p:cNvSpPr>
            <a:spLocks noGrp="1" noChangeArrowheads="1"/>
          </p:cNvSpPr>
          <p:nvPr>
            <p:ph type="title"/>
          </p:nvPr>
        </p:nvSpPr>
        <p:spPr bwMode="auto">
          <a:xfrm>
            <a:off x="1522809" y="533401"/>
            <a:ext cx="9602113"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6148" name="Rectangle 25">
            <a:extLst>
              <a:ext uri="{FF2B5EF4-FFF2-40B4-BE49-F238E27FC236}">
                <a16:creationId xmlns:a16="http://schemas.microsoft.com/office/drawing/2014/main" id="{52CEB37D-AB4C-C0C0-A0B2-F0C352D7A6CF}"/>
              </a:ext>
            </a:extLst>
          </p:cNvPr>
          <p:cNvSpPr>
            <a:spLocks noGrp="1" noChangeArrowheads="1"/>
          </p:cNvSpPr>
          <p:nvPr>
            <p:ph type="body" idx="1"/>
          </p:nvPr>
        </p:nvSpPr>
        <p:spPr bwMode="auto">
          <a:xfrm>
            <a:off x="1522809" y="1828801"/>
            <a:ext cx="9602113" cy="418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9242" name="Rectangle 26">
            <a:extLst>
              <a:ext uri="{FF2B5EF4-FFF2-40B4-BE49-F238E27FC236}">
                <a16:creationId xmlns:a16="http://schemas.microsoft.com/office/drawing/2014/main" id="{416B47A0-3421-494A-9673-990C8268BCDE}"/>
              </a:ext>
            </a:extLst>
          </p:cNvPr>
          <p:cNvSpPr>
            <a:spLocks noGrp="1" noChangeArrowheads="1"/>
          </p:cNvSpPr>
          <p:nvPr>
            <p:ph type="ftr"/>
          </p:nvPr>
        </p:nvSpPr>
        <p:spPr bwMode="auto">
          <a:xfrm>
            <a:off x="1518046" y="6172201"/>
            <a:ext cx="6862962"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r>
              <a:rPr lang="en-US" altLang="en-US"/>
              <a:t>Add a footer</a:t>
            </a:r>
          </a:p>
        </p:txBody>
      </p:sp>
      <p:sp>
        <p:nvSpPr>
          <p:cNvPr id="9243" name="Rectangle 27">
            <a:extLst>
              <a:ext uri="{FF2B5EF4-FFF2-40B4-BE49-F238E27FC236}">
                <a16:creationId xmlns:a16="http://schemas.microsoft.com/office/drawing/2014/main" id="{17DEFC39-8CA1-4D45-A7C4-EEC384C2DC42}"/>
              </a:ext>
            </a:extLst>
          </p:cNvPr>
          <p:cNvSpPr>
            <a:spLocks noGrp="1" noChangeArrowheads="1"/>
          </p:cNvSpPr>
          <p:nvPr>
            <p:ph type="dt"/>
          </p:nvPr>
        </p:nvSpPr>
        <p:spPr bwMode="auto">
          <a:xfrm>
            <a:off x="8611255" y="6172201"/>
            <a:ext cx="1319556"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endParaRPr lang="en-US" altLang="en-US"/>
          </a:p>
        </p:txBody>
      </p:sp>
      <p:sp>
        <p:nvSpPr>
          <p:cNvPr id="9244" name="Rectangle 28">
            <a:extLst>
              <a:ext uri="{FF2B5EF4-FFF2-40B4-BE49-F238E27FC236}">
                <a16:creationId xmlns:a16="http://schemas.microsoft.com/office/drawing/2014/main" id="{7E060FCF-16EA-4522-B3A5-60F935CE4351}"/>
              </a:ext>
            </a:extLst>
          </p:cNvPr>
          <p:cNvSpPr>
            <a:spLocks noGrp="1" noChangeArrowheads="1"/>
          </p:cNvSpPr>
          <p:nvPr>
            <p:ph type="sldNum"/>
          </p:nvPr>
        </p:nvSpPr>
        <p:spPr bwMode="auto">
          <a:xfrm>
            <a:off x="10135652" y="6172201"/>
            <a:ext cx="989270"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anose="05000000000000000000" pitchFamily="2" charset="2"/>
              <a:buNone/>
              <a:defRPr sz="1100">
                <a:solidFill>
                  <a:srgbClr val="000000"/>
                </a:solidFill>
                <a:latin typeface="Times New Roman" panose="02020603050405020304" pitchFamily="18" charset="0"/>
                <a:ea typeface="DejaVu Sans"/>
                <a:cs typeface="DejaVu Sans"/>
              </a:defRPr>
            </a:lvl1pPr>
          </a:lstStyle>
          <a:p>
            <a:fld id="{1A5C17E4-FD57-4BF2-B07A-30C0E5A372A5}" type="slidenum">
              <a:rPr lang="en-US" altLang="en-US"/>
              <a:pPr/>
              <a:t>‹#›</a:t>
            </a:fld>
            <a:endParaRPr lang="en-US" altLang="en-US"/>
          </a:p>
        </p:txBody>
      </p:sp>
    </p:spTree>
    <p:extLst>
      <p:ext uri="{BB962C8B-B14F-4D97-AF65-F5344CB8AC3E}">
        <p14:creationId xmlns:p14="http://schemas.microsoft.com/office/powerpoint/2010/main" val="327692247"/>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sldNum="0" hdr="0" dt="0"/>
  <p:txStyles>
    <p:titleStyle>
      <a:lvl1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kern="1200">
          <a:solidFill>
            <a:srgbClr val="632E62"/>
          </a:solidFill>
          <a:latin typeface="+mj-lt"/>
          <a:ea typeface="WenQuanYi Micro Hei" charset="0"/>
          <a:cs typeface="+mj-cs"/>
        </a:defRPr>
      </a:lvl1pPr>
      <a:lvl2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2pPr>
      <a:lvl3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3pPr>
      <a:lvl4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4pPr>
      <a:lvl5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5pPr>
      <a:lvl6pPr marL="25146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6pPr>
      <a:lvl7pPr marL="29718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7pPr>
      <a:lvl8pPr marL="34290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8pPr>
      <a:lvl9pPr marL="38862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9pPr>
    </p:titleStyle>
    <p:bodyStyle>
      <a:lvl1pPr marL="342900" indent="-342900" algn="l" defTabSz="457200" rtl="0" eaLnBrk="1" fontAlgn="base" hangingPunct="1">
        <a:lnSpc>
          <a:spcPct val="90000"/>
        </a:lnSpc>
        <a:spcBef>
          <a:spcPts val="1800"/>
        </a:spcBef>
        <a:spcAft>
          <a:spcPct val="0"/>
        </a:spcAft>
        <a:buClr>
          <a:srgbClr val="000000"/>
        </a:buClr>
        <a:buSzPct val="100000"/>
        <a:buFont typeface="Times New Roman" panose="02020603050405020304" pitchFamily="18" charset="0"/>
        <a:buChar char="•"/>
        <a:defRPr sz="2000" kern="1200">
          <a:solidFill>
            <a:srgbClr val="000000"/>
          </a:solidFill>
          <a:latin typeface="+mn-lt"/>
          <a:ea typeface="WenQuanYi Micro Hei" charset="0"/>
          <a:cs typeface="+mn-cs"/>
        </a:defRPr>
      </a:lvl1pPr>
      <a:lvl2pPr marL="742950" indent="-285750" algn="l" defTabSz="457200" rtl="0" eaLnBrk="1" fontAlgn="base" hangingPunct="1">
        <a:lnSpc>
          <a:spcPct val="90000"/>
        </a:lnSpc>
        <a:spcBef>
          <a:spcPts val="800"/>
        </a:spcBef>
        <a:spcAft>
          <a:spcPct val="0"/>
        </a:spcAft>
        <a:buClr>
          <a:srgbClr val="000000"/>
        </a:buClr>
        <a:buSzPct val="100000"/>
        <a:buFont typeface="Times New Roman" panose="02020603050405020304" pitchFamily="18" charset="0"/>
        <a:buChar char="–"/>
        <a:defRPr sz="2800" kern="1200">
          <a:solidFill>
            <a:srgbClr val="000000"/>
          </a:solidFill>
          <a:latin typeface="+mn-lt"/>
          <a:ea typeface="WenQuanYi Micro Hei" charset="0"/>
          <a:cs typeface="+mn-cs"/>
        </a:defRPr>
      </a:lvl2pPr>
      <a:lvl3pPr marL="11430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600" kern="1200">
          <a:solidFill>
            <a:srgbClr val="000000"/>
          </a:solidFill>
          <a:latin typeface="+mn-lt"/>
          <a:ea typeface="WenQuanYi Micro Hei" charset="0"/>
          <a:cs typeface="+mn-cs"/>
        </a:defRPr>
      </a:lvl3pPr>
      <a:lvl4pPr marL="16002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4pPr>
      <a:lvl5pPr marL="20574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7170" name="Group 1">
            <a:extLst>
              <a:ext uri="{FF2B5EF4-FFF2-40B4-BE49-F238E27FC236}">
                <a16:creationId xmlns:a16="http://schemas.microsoft.com/office/drawing/2014/main" id="{2D4F3B47-2B37-DF32-4C70-7B53EDAB94CE}"/>
              </a:ext>
            </a:extLst>
          </p:cNvPr>
          <p:cNvGrpSpPr>
            <a:grpSpLocks/>
          </p:cNvGrpSpPr>
          <p:nvPr/>
        </p:nvGrpSpPr>
        <p:grpSpPr bwMode="auto">
          <a:xfrm>
            <a:off x="0" y="1"/>
            <a:ext cx="12190413" cy="6856413"/>
            <a:chOff x="0" y="0"/>
            <a:chExt cx="7677" cy="4319"/>
          </a:xfrm>
        </p:grpSpPr>
        <p:sp>
          <p:nvSpPr>
            <p:cNvPr id="7174" name="Rectangle 2">
              <a:extLst>
                <a:ext uri="{FF2B5EF4-FFF2-40B4-BE49-F238E27FC236}">
                  <a16:creationId xmlns:a16="http://schemas.microsoft.com/office/drawing/2014/main" id="{C983F900-9208-0B13-D409-39BB79D3CBB5}"/>
                </a:ext>
              </a:extLst>
            </p:cNvPr>
            <p:cNvSpPr>
              <a:spLocks noChangeArrowheads="1"/>
            </p:cNvSpPr>
            <p:nvPr/>
          </p:nvSpPr>
          <p:spPr bwMode="auto">
            <a:xfrm>
              <a:off x="2623" y="4224"/>
              <a:ext cx="5054" cy="95"/>
            </a:xfrm>
            <a:prstGeom prst="rect">
              <a:avLst/>
            </a:prstGeom>
            <a:gradFill rotWithShape="0">
              <a:gsLst>
                <a:gs pos="0">
                  <a:srgbClr val="1480D1"/>
                </a:gs>
                <a:gs pos="100000">
                  <a:srgbClr val="DAEDFB"/>
                </a:gs>
              </a:gsLst>
              <a:lin ang="108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75" name="Rectangle 3">
              <a:extLst>
                <a:ext uri="{FF2B5EF4-FFF2-40B4-BE49-F238E27FC236}">
                  <a16:creationId xmlns:a16="http://schemas.microsoft.com/office/drawing/2014/main" id="{13953D28-DC15-1C43-0723-BBD05DB783BD}"/>
                </a:ext>
              </a:extLst>
            </p:cNvPr>
            <p:cNvSpPr>
              <a:spLocks noChangeArrowheads="1"/>
            </p:cNvSpPr>
            <p:nvPr/>
          </p:nvSpPr>
          <p:spPr bwMode="auto">
            <a:xfrm>
              <a:off x="7358" y="1248"/>
              <a:ext cx="319" cy="2687"/>
            </a:xfrm>
            <a:prstGeom prst="rect">
              <a:avLst/>
            </a:prstGeom>
            <a:gradFill rotWithShape="0">
              <a:gsLst>
                <a:gs pos="0">
                  <a:srgbClr val="E8CDE7"/>
                </a:gs>
                <a:gs pos="100000">
                  <a:srgbClr val="BA69B8"/>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76" name="Rectangle 4">
              <a:extLst>
                <a:ext uri="{FF2B5EF4-FFF2-40B4-BE49-F238E27FC236}">
                  <a16:creationId xmlns:a16="http://schemas.microsoft.com/office/drawing/2014/main" id="{471FABBE-DE16-C8BE-1DD2-55486D8F5E99}"/>
                </a:ext>
              </a:extLst>
            </p:cNvPr>
            <p:cNvSpPr>
              <a:spLocks noChangeArrowheads="1"/>
            </p:cNvSpPr>
            <p:nvPr/>
          </p:nvSpPr>
          <p:spPr bwMode="auto">
            <a:xfrm>
              <a:off x="0" y="3312"/>
              <a:ext cx="383" cy="95"/>
            </a:xfrm>
            <a:prstGeom prst="rect">
              <a:avLst/>
            </a:prstGeom>
            <a:solidFill>
              <a:srgbClr val="9B57D3"/>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77" name="Rectangle 5">
              <a:extLst>
                <a:ext uri="{FF2B5EF4-FFF2-40B4-BE49-F238E27FC236}">
                  <a16:creationId xmlns:a16="http://schemas.microsoft.com/office/drawing/2014/main" id="{0271067D-1766-939D-3469-EBAE9AA248CE}"/>
                </a:ext>
              </a:extLst>
            </p:cNvPr>
            <p:cNvSpPr>
              <a:spLocks noChangeArrowheads="1"/>
            </p:cNvSpPr>
            <p:nvPr/>
          </p:nvSpPr>
          <p:spPr bwMode="auto">
            <a:xfrm>
              <a:off x="0" y="3408"/>
              <a:ext cx="383" cy="911"/>
            </a:xfrm>
            <a:prstGeom prst="rect">
              <a:avLst/>
            </a:prstGeom>
            <a:solidFill>
              <a:srgbClr val="DDDDDD"/>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78" name="Rectangle 6">
              <a:extLst>
                <a:ext uri="{FF2B5EF4-FFF2-40B4-BE49-F238E27FC236}">
                  <a16:creationId xmlns:a16="http://schemas.microsoft.com/office/drawing/2014/main" id="{2A9F0037-B02F-5C64-6599-438E5409F0EB}"/>
                </a:ext>
              </a:extLst>
            </p:cNvPr>
            <p:cNvSpPr>
              <a:spLocks noChangeArrowheads="1"/>
            </p:cNvSpPr>
            <p:nvPr/>
          </p:nvSpPr>
          <p:spPr bwMode="auto">
            <a:xfrm>
              <a:off x="7358" y="0"/>
              <a:ext cx="319" cy="1247"/>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79" name="Rectangle 7">
              <a:extLst>
                <a:ext uri="{FF2B5EF4-FFF2-40B4-BE49-F238E27FC236}">
                  <a16:creationId xmlns:a16="http://schemas.microsoft.com/office/drawing/2014/main" id="{CACD3D03-9C64-344B-095A-63F69DAA1DFD}"/>
                </a:ext>
              </a:extLst>
            </p:cNvPr>
            <p:cNvSpPr>
              <a:spLocks noChangeArrowheads="1"/>
            </p:cNvSpPr>
            <p:nvPr/>
          </p:nvSpPr>
          <p:spPr bwMode="auto">
            <a:xfrm>
              <a:off x="4799" y="0"/>
              <a:ext cx="2558" cy="191"/>
            </a:xfrm>
            <a:prstGeom prst="rect">
              <a:avLst/>
            </a:prstGeom>
            <a:solidFill>
              <a:srgbClr val="92278F"/>
            </a:solidFill>
            <a:ln w="9360" cap="sq">
              <a:solidFill>
                <a:srgbClr val="755DD9"/>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80" name="Rectangle 8">
              <a:extLst>
                <a:ext uri="{FF2B5EF4-FFF2-40B4-BE49-F238E27FC236}">
                  <a16:creationId xmlns:a16="http://schemas.microsoft.com/office/drawing/2014/main" id="{53407EF1-EA21-AD9A-ACFC-F84E5ABF539B}"/>
                </a:ext>
              </a:extLst>
            </p:cNvPr>
            <p:cNvSpPr>
              <a:spLocks noChangeArrowheads="1"/>
            </p:cNvSpPr>
            <p:nvPr/>
          </p:nvSpPr>
          <p:spPr bwMode="auto">
            <a:xfrm>
              <a:off x="384" y="192"/>
              <a:ext cx="447" cy="479"/>
            </a:xfrm>
            <a:prstGeom prst="rect">
              <a:avLst/>
            </a:prstGeom>
            <a:solidFill>
              <a:srgbClr val="7E6583">
                <a:alpha val="50195"/>
              </a:srgbClr>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81" name="Rectangle 9">
              <a:extLst>
                <a:ext uri="{FF2B5EF4-FFF2-40B4-BE49-F238E27FC236}">
                  <a16:creationId xmlns:a16="http://schemas.microsoft.com/office/drawing/2014/main" id="{D4EFBA2D-A5F1-811F-3493-16EA18E30526}"/>
                </a:ext>
              </a:extLst>
            </p:cNvPr>
            <p:cNvSpPr>
              <a:spLocks noChangeArrowheads="1"/>
            </p:cNvSpPr>
            <p:nvPr/>
          </p:nvSpPr>
          <p:spPr bwMode="auto">
            <a:xfrm>
              <a:off x="0" y="672"/>
              <a:ext cx="383" cy="2639"/>
            </a:xfrm>
            <a:prstGeom prst="rect">
              <a:avLst/>
            </a:prstGeom>
            <a:gradFill rotWithShape="0">
              <a:gsLst>
                <a:gs pos="0">
                  <a:srgbClr val="7E6583"/>
                </a:gs>
                <a:gs pos="100000">
                  <a:srgbClr val="FFFFFF"/>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82" name="Rectangle 10">
              <a:extLst>
                <a:ext uri="{FF2B5EF4-FFF2-40B4-BE49-F238E27FC236}">
                  <a16:creationId xmlns:a16="http://schemas.microsoft.com/office/drawing/2014/main" id="{64D98A52-DA96-D9D8-5410-FDE06BBE3952}"/>
                </a:ext>
              </a:extLst>
            </p:cNvPr>
            <p:cNvSpPr>
              <a:spLocks noChangeArrowheads="1"/>
            </p:cNvSpPr>
            <p:nvPr/>
          </p:nvSpPr>
          <p:spPr bwMode="auto">
            <a:xfrm>
              <a:off x="0" y="192"/>
              <a:ext cx="383" cy="479"/>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83" name="Rectangle 11">
              <a:extLst>
                <a:ext uri="{FF2B5EF4-FFF2-40B4-BE49-F238E27FC236}">
                  <a16:creationId xmlns:a16="http://schemas.microsoft.com/office/drawing/2014/main" id="{3130AC6C-2BF3-717C-0854-3C1A86CC858B}"/>
                </a:ext>
              </a:extLst>
            </p:cNvPr>
            <p:cNvSpPr>
              <a:spLocks noChangeArrowheads="1"/>
            </p:cNvSpPr>
            <p:nvPr/>
          </p:nvSpPr>
          <p:spPr bwMode="auto">
            <a:xfrm>
              <a:off x="0" y="0"/>
              <a:ext cx="831" cy="191"/>
            </a:xfrm>
            <a:prstGeom prst="rect">
              <a:avLst/>
            </a:prstGeom>
            <a:solidFill>
              <a:srgbClr val="92278F"/>
            </a:solidFill>
            <a:ln w="19080" cap="sq">
              <a:solidFill>
                <a:srgbClr val="92278F"/>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84" name="Rectangle 12">
              <a:extLst>
                <a:ext uri="{FF2B5EF4-FFF2-40B4-BE49-F238E27FC236}">
                  <a16:creationId xmlns:a16="http://schemas.microsoft.com/office/drawing/2014/main" id="{428D1D17-41B3-89F2-461B-19DB93DC0C5B}"/>
                </a:ext>
              </a:extLst>
            </p:cNvPr>
            <p:cNvSpPr>
              <a:spLocks noChangeArrowheads="1"/>
            </p:cNvSpPr>
            <p:nvPr/>
          </p:nvSpPr>
          <p:spPr bwMode="auto">
            <a:xfrm>
              <a:off x="832" y="0"/>
              <a:ext cx="3966" cy="191"/>
            </a:xfrm>
            <a:prstGeom prst="rect">
              <a:avLst/>
            </a:prstGeom>
            <a:solidFill>
              <a:srgbClr val="FFFFFF"/>
            </a:solidFill>
            <a:ln w="9360" cap="sq">
              <a:solidFill>
                <a:srgbClr val="80808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85" name="Line 13">
              <a:extLst>
                <a:ext uri="{FF2B5EF4-FFF2-40B4-BE49-F238E27FC236}">
                  <a16:creationId xmlns:a16="http://schemas.microsoft.com/office/drawing/2014/main" id="{87C19CCD-E9AD-E37B-E7D3-B3E2C9A87B22}"/>
                </a:ext>
              </a:extLst>
            </p:cNvPr>
            <p:cNvSpPr>
              <a:spLocks noChangeShapeType="1"/>
            </p:cNvSpPr>
            <p:nvPr/>
          </p:nvSpPr>
          <p:spPr bwMode="auto">
            <a:xfrm flipV="1">
              <a:off x="384" y="191"/>
              <a:ext cx="0" cy="4129"/>
            </a:xfrm>
            <a:prstGeom prst="line">
              <a:avLst/>
            </a:prstGeom>
            <a:noFill/>
            <a:ln w="7632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186" name="Line 14">
              <a:extLst>
                <a:ext uri="{FF2B5EF4-FFF2-40B4-BE49-F238E27FC236}">
                  <a16:creationId xmlns:a16="http://schemas.microsoft.com/office/drawing/2014/main" id="{124F2FA7-648E-903B-467A-522F0F5C6F84}"/>
                </a:ext>
              </a:extLst>
            </p:cNvPr>
            <p:cNvSpPr>
              <a:spLocks noChangeShapeType="1"/>
            </p:cNvSpPr>
            <p:nvPr/>
          </p:nvSpPr>
          <p:spPr bwMode="auto">
            <a:xfrm>
              <a:off x="384" y="4224"/>
              <a:ext cx="7293" cy="0"/>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187" name="Line 15">
              <a:extLst>
                <a:ext uri="{FF2B5EF4-FFF2-40B4-BE49-F238E27FC236}">
                  <a16:creationId xmlns:a16="http://schemas.microsoft.com/office/drawing/2014/main" id="{2F761556-72E7-39F8-734B-C1478D806CB4}"/>
                </a:ext>
              </a:extLst>
            </p:cNvPr>
            <p:cNvSpPr>
              <a:spLocks noChangeShapeType="1"/>
            </p:cNvSpPr>
            <p:nvPr/>
          </p:nvSpPr>
          <p:spPr bwMode="auto">
            <a:xfrm flipV="1">
              <a:off x="7358" y="-1"/>
              <a:ext cx="0" cy="4225"/>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188" name="Line 16">
              <a:extLst>
                <a:ext uri="{FF2B5EF4-FFF2-40B4-BE49-F238E27FC236}">
                  <a16:creationId xmlns:a16="http://schemas.microsoft.com/office/drawing/2014/main" id="{1FAFE86B-A4A1-E13E-7E66-218B334680F2}"/>
                </a:ext>
              </a:extLst>
            </p:cNvPr>
            <p:cNvSpPr>
              <a:spLocks noChangeShapeType="1"/>
            </p:cNvSpPr>
            <p:nvPr/>
          </p:nvSpPr>
          <p:spPr bwMode="auto">
            <a:xfrm>
              <a:off x="0" y="192"/>
              <a:ext cx="7677" cy="0"/>
            </a:xfrm>
            <a:prstGeom prst="line">
              <a:avLst/>
            </a:prstGeom>
            <a:noFill/>
            <a:ln w="3816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189" name="Line 17">
              <a:extLst>
                <a:ext uri="{FF2B5EF4-FFF2-40B4-BE49-F238E27FC236}">
                  <a16:creationId xmlns:a16="http://schemas.microsoft.com/office/drawing/2014/main" id="{FF0F98DB-61AE-57A7-019B-2FC92A4F5654}"/>
                </a:ext>
              </a:extLst>
            </p:cNvPr>
            <p:cNvSpPr>
              <a:spLocks noChangeShapeType="1"/>
            </p:cNvSpPr>
            <p:nvPr/>
          </p:nvSpPr>
          <p:spPr bwMode="auto">
            <a:xfrm flipH="1">
              <a:off x="4798" y="288"/>
              <a:ext cx="2880" cy="0"/>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190" name="Line 18">
              <a:extLst>
                <a:ext uri="{FF2B5EF4-FFF2-40B4-BE49-F238E27FC236}">
                  <a16:creationId xmlns:a16="http://schemas.microsoft.com/office/drawing/2014/main" id="{2B6970E7-2531-98D3-800D-F377CD2BE52C}"/>
                </a:ext>
              </a:extLst>
            </p:cNvPr>
            <p:cNvSpPr>
              <a:spLocks noChangeShapeType="1"/>
            </p:cNvSpPr>
            <p:nvPr/>
          </p:nvSpPr>
          <p:spPr bwMode="auto">
            <a:xfrm flipV="1">
              <a:off x="4799" y="-1"/>
              <a:ext cx="0" cy="289"/>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191" name="Line 19">
              <a:extLst>
                <a:ext uri="{FF2B5EF4-FFF2-40B4-BE49-F238E27FC236}">
                  <a16:creationId xmlns:a16="http://schemas.microsoft.com/office/drawing/2014/main" id="{0E64E9EA-4055-5312-034A-41038B5E4C04}"/>
                </a:ext>
              </a:extLst>
            </p:cNvPr>
            <p:cNvSpPr>
              <a:spLocks noChangeShapeType="1"/>
            </p:cNvSpPr>
            <p:nvPr/>
          </p:nvSpPr>
          <p:spPr bwMode="auto">
            <a:xfrm>
              <a:off x="7358" y="1248"/>
              <a:ext cx="319" cy="0"/>
            </a:xfrm>
            <a:prstGeom prst="line">
              <a:avLst/>
            </a:prstGeom>
            <a:noFill/>
            <a:ln w="2844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192" name="Line 20">
              <a:extLst>
                <a:ext uri="{FF2B5EF4-FFF2-40B4-BE49-F238E27FC236}">
                  <a16:creationId xmlns:a16="http://schemas.microsoft.com/office/drawing/2014/main" id="{B5112665-D30F-51C2-C062-3F06D8F705D9}"/>
                </a:ext>
              </a:extLst>
            </p:cNvPr>
            <p:cNvSpPr>
              <a:spLocks noChangeShapeType="1"/>
            </p:cNvSpPr>
            <p:nvPr/>
          </p:nvSpPr>
          <p:spPr bwMode="auto">
            <a:xfrm>
              <a:off x="832" y="0"/>
              <a:ext cx="0" cy="671"/>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193" name="Line 21">
              <a:extLst>
                <a:ext uri="{FF2B5EF4-FFF2-40B4-BE49-F238E27FC236}">
                  <a16:creationId xmlns:a16="http://schemas.microsoft.com/office/drawing/2014/main" id="{6184DDA8-BC68-F15A-B9FF-8BA4CF344D83}"/>
                </a:ext>
              </a:extLst>
            </p:cNvPr>
            <p:cNvSpPr>
              <a:spLocks noChangeShapeType="1"/>
            </p:cNvSpPr>
            <p:nvPr/>
          </p:nvSpPr>
          <p:spPr bwMode="auto">
            <a:xfrm flipH="1">
              <a:off x="-1" y="672"/>
              <a:ext cx="833"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194" name="Line 22">
              <a:extLst>
                <a:ext uri="{FF2B5EF4-FFF2-40B4-BE49-F238E27FC236}">
                  <a16:creationId xmlns:a16="http://schemas.microsoft.com/office/drawing/2014/main" id="{4645878C-97DE-3936-6F89-F6AA2BC42BE6}"/>
                </a:ext>
              </a:extLst>
            </p:cNvPr>
            <p:cNvSpPr>
              <a:spLocks noChangeShapeType="1"/>
            </p:cNvSpPr>
            <p:nvPr/>
          </p:nvSpPr>
          <p:spPr bwMode="auto">
            <a:xfrm flipH="1">
              <a:off x="-1" y="3312"/>
              <a:ext cx="385"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195" name="Line 23">
              <a:extLst>
                <a:ext uri="{FF2B5EF4-FFF2-40B4-BE49-F238E27FC236}">
                  <a16:creationId xmlns:a16="http://schemas.microsoft.com/office/drawing/2014/main" id="{EDFB85EA-F088-AA56-7BCD-ABB194AD4873}"/>
                </a:ext>
              </a:extLst>
            </p:cNvPr>
            <p:cNvSpPr>
              <a:spLocks noChangeShapeType="1"/>
            </p:cNvSpPr>
            <p:nvPr/>
          </p:nvSpPr>
          <p:spPr bwMode="auto">
            <a:xfrm flipH="1">
              <a:off x="-1" y="3408"/>
              <a:ext cx="385" cy="0"/>
            </a:xfrm>
            <a:prstGeom prst="line">
              <a:avLst/>
            </a:prstGeom>
            <a:noFill/>
            <a:ln w="28440" cap="sq">
              <a:solidFill>
                <a:srgbClr val="92278F"/>
              </a:solidFill>
              <a:miter lim="800000"/>
              <a:headEnd/>
              <a:tailEnd/>
            </a:ln>
            <a:extLst>
              <a:ext uri="{909E8E84-426E-40DD-AFC4-6F175D3DCCD1}">
                <a14:hiddenFill xmlns:a14="http://schemas.microsoft.com/office/drawing/2010/main">
                  <a:noFill/>
                </a14:hiddenFill>
              </a:ext>
            </a:extLst>
          </p:spPr>
          <p:txBody>
            <a:bodyPr/>
            <a:lstStyle/>
            <a:p>
              <a:endParaRPr lang="en-IN"/>
            </a:p>
          </p:txBody>
        </p:sp>
      </p:grpSp>
      <p:sp>
        <p:nvSpPr>
          <p:cNvPr id="7171" name="Rectangle 24">
            <a:extLst>
              <a:ext uri="{FF2B5EF4-FFF2-40B4-BE49-F238E27FC236}">
                <a16:creationId xmlns:a16="http://schemas.microsoft.com/office/drawing/2014/main" id="{70F08FC4-29DE-053F-DBC5-3294F6C33B48}"/>
              </a:ext>
            </a:extLst>
          </p:cNvPr>
          <p:cNvSpPr>
            <a:spLocks noChangeArrowheads="1"/>
          </p:cNvSpPr>
          <p:nvPr/>
        </p:nvSpPr>
        <p:spPr bwMode="auto">
          <a:xfrm>
            <a:off x="5105142" y="457200"/>
            <a:ext cx="6631127" cy="5943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72" name="Rectangle 25">
            <a:extLst>
              <a:ext uri="{FF2B5EF4-FFF2-40B4-BE49-F238E27FC236}">
                <a16:creationId xmlns:a16="http://schemas.microsoft.com/office/drawing/2014/main" id="{931BD0A0-6FE0-4BDC-5A61-B9C5B1147E76}"/>
              </a:ext>
            </a:extLst>
          </p:cNvPr>
          <p:cNvSpPr>
            <a:spLocks noGrp="1" noChangeArrowheads="1"/>
          </p:cNvSpPr>
          <p:nvPr>
            <p:ph type="title"/>
          </p:nvPr>
        </p:nvSpPr>
        <p:spPr bwMode="auto">
          <a:xfrm>
            <a:off x="1522809" y="533401"/>
            <a:ext cx="9602113"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7173" name="Rectangle 26">
            <a:extLst>
              <a:ext uri="{FF2B5EF4-FFF2-40B4-BE49-F238E27FC236}">
                <a16:creationId xmlns:a16="http://schemas.microsoft.com/office/drawing/2014/main" id="{2C0FA186-EA7E-537B-9AAC-5694580E58EF}"/>
              </a:ext>
            </a:extLst>
          </p:cNvPr>
          <p:cNvSpPr>
            <a:spLocks noGrp="1" noChangeArrowheads="1"/>
          </p:cNvSpPr>
          <p:nvPr>
            <p:ph type="body" idx="1"/>
          </p:nvPr>
        </p:nvSpPr>
        <p:spPr bwMode="auto">
          <a:xfrm>
            <a:off x="1522809" y="1828801"/>
            <a:ext cx="9602113" cy="418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Tree>
    <p:extLst>
      <p:ext uri="{BB962C8B-B14F-4D97-AF65-F5344CB8AC3E}">
        <p14:creationId xmlns:p14="http://schemas.microsoft.com/office/powerpoint/2010/main" val="3066809468"/>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txStyles>
    <p:titleStyle>
      <a:lvl1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kern="1200">
          <a:solidFill>
            <a:srgbClr val="632E62"/>
          </a:solidFill>
          <a:latin typeface="+mj-lt"/>
          <a:ea typeface="WenQuanYi Micro Hei" charset="0"/>
          <a:cs typeface="+mj-cs"/>
        </a:defRPr>
      </a:lvl1pPr>
      <a:lvl2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2pPr>
      <a:lvl3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3pPr>
      <a:lvl4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4pPr>
      <a:lvl5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5pPr>
      <a:lvl6pPr marL="25146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6pPr>
      <a:lvl7pPr marL="29718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7pPr>
      <a:lvl8pPr marL="34290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8pPr>
      <a:lvl9pPr marL="38862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9pPr>
    </p:titleStyle>
    <p:bodyStyle>
      <a:lvl1pPr marL="342900" indent="-342900" algn="l" defTabSz="457200" rtl="0" eaLnBrk="1" fontAlgn="base" hangingPunct="1">
        <a:lnSpc>
          <a:spcPct val="90000"/>
        </a:lnSpc>
        <a:spcBef>
          <a:spcPts val="1800"/>
        </a:spcBef>
        <a:spcAft>
          <a:spcPct val="0"/>
        </a:spcAft>
        <a:buClr>
          <a:srgbClr val="000000"/>
        </a:buClr>
        <a:buSzPct val="100000"/>
        <a:buFont typeface="Times New Roman" panose="02020603050405020304" pitchFamily="18" charset="0"/>
        <a:buChar char="•"/>
        <a:defRPr sz="2000" kern="1200">
          <a:solidFill>
            <a:srgbClr val="000000"/>
          </a:solidFill>
          <a:latin typeface="+mn-lt"/>
          <a:ea typeface="WenQuanYi Micro Hei" charset="0"/>
          <a:cs typeface="+mn-cs"/>
        </a:defRPr>
      </a:lvl1pPr>
      <a:lvl2pPr marL="742950" indent="-285750" algn="l" defTabSz="457200" rtl="0" eaLnBrk="1" fontAlgn="base" hangingPunct="1">
        <a:lnSpc>
          <a:spcPct val="90000"/>
        </a:lnSpc>
        <a:spcBef>
          <a:spcPts val="800"/>
        </a:spcBef>
        <a:spcAft>
          <a:spcPct val="0"/>
        </a:spcAft>
        <a:buClr>
          <a:srgbClr val="000000"/>
        </a:buClr>
        <a:buSzPct val="100000"/>
        <a:buFont typeface="Times New Roman" panose="02020603050405020304" pitchFamily="18" charset="0"/>
        <a:buChar char="–"/>
        <a:defRPr sz="2800" kern="1200">
          <a:solidFill>
            <a:srgbClr val="000000"/>
          </a:solidFill>
          <a:latin typeface="+mn-lt"/>
          <a:ea typeface="WenQuanYi Micro Hei" charset="0"/>
          <a:cs typeface="+mn-cs"/>
        </a:defRPr>
      </a:lvl2pPr>
      <a:lvl3pPr marL="11430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600" kern="1200">
          <a:solidFill>
            <a:srgbClr val="000000"/>
          </a:solidFill>
          <a:latin typeface="+mn-lt"/>
          <a:ea typeface="WenQuanYi Micro Hei" charset="0"/>
          <a:cs typeface="+mn-cs"/>
        </a:defRPr>
      </a:lvl3pPr>
      <a:lvl4pPr marL="16002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4pPr>
      <a:lvl5pPr marL="20574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8194" name="Group 1">
            <a:extLst>
              <a:ext uri="{FF2B5EF4-FFF2-40B4-BE49-F238E27FC236}">
                <a16:creationId xmlns:a16="http://schemas.microsoft.com/office/drawing/2014/main" id="{D35059D2-3B0F-8A3F-D7BC-8FA23F7F5187}"/>
              </a:ext>
            </a:extLst>
          </p:cNvPr>
          <p:cNvGrpSpPr>
            <a:grpSpLocks/>
          </p:cNvGrpSpPr>
          <p:nvPr/>
        </p:nvGrpSpPr>
        <p:grpSpPr bwMode="auto">
          <a:xfrm>
            <a:off x="0" y="1"/>
            <a:ext cx="12190413" cy="6856413"/>
            <a:chOff x="0" y="0"/>
            <a:chExt cx="7677" cy="4319"/>
          </a:xfrm>
        </p:grpSpPr>
        <p:sp>
          <p:nvSpPr>
            <p:cNvPr id="8200" name="Rectangle 2">
              <a:extLst>
                <a:ext uri="{FF2B5EF4-FFF2-40B4-BE49-F238E27FC236}">
                  <a16:creationId xmlns:a16="http://schemas.microsoft.com/office/drawing/2014/main" id="{CC28E8E9-5563-A61F-77DD-C40002BB7493}"/>
                </a:ext>
              </a:extLst>
            </p:cNvPr>
            <p:cNvSpPr>
              <a:spLocks noChangeArrowheads="1"/>
            </p:cNvSpPr>
            <p:nvPr/>
          </p:nvSpPr>
          <p:spPr bwMode="auto">
            <a:xfrm>
              <a:off x="2623" y="4224"/>
              <a:ext cx="5054" cy="95"/>
            </a:xfrm>
            <a:prstGeom prst="rect">
              <a:avLst/>
            </a:prstGeom>
            <a:gradFill rotWithShape="0">
              <a:gsLst>
                <a:gs pos="0">
                  <a:srgbClr val="1480D1"/>
                </a:gs>
                <a:gs pos="100000">
                  <a:srgbClr val="DAEDFB"/>
                </a:gs>
              </a:gsLst>
              <a:lin ang="108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01" name="Rectangle 3">
              <a:extLst>
                <a:ext uri="{FF2B5EF4-FFF2-40B4-BE49-F238E27FC236}">
                  <a16:creationId xmlns:a16="http://schemas.microsoft.com/office/drawing/2014/main" id="{91113374-D90F-7236-E7F1-1F9FF828DAE0}"/>
                </a:ext>
              </a:extLst>
            </p:cNvPr>
            <p:cNvSpPr>
              <a:spLocks noChangeArrowheads="1"/>
            </p:cNvSpPr>
            <p:nvPr/>
          </p:nvSpPr>
          <p:spPr bwMode="auto">
            <a:xfrm>
              <a:off x="7358" y="1248"/>
              <a:ext cx="319" cy="2687"/>
            </a:xfrm>
            <a:prstGeom prst="rect">
              <a:avLst/>
            </a:prstGeom>
            <a:gradFill rotWithShape="0">
              <a:gsLst>
                <a:gs pos="0">
                  <a:srgbClr val="E8CDE7"/>
                </a:gs>
                <a:gs pos="100000">
                  <a:srgbClr val="BA69B8"/>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02" name="Rectangle 4">
              <a:extLst>
                <a:ext uri="{FF2B5EF4-FFF2-40B4-BE49-F238E27FC236}">
                  <a16:creationId xmlns:a16="http://schemas.microsoft.com/office/drawing/2014/main" id="{4E725933-5609-10CB-8CA4-B0E21DEA13ED}"/>
                </a:ext>
              </a:extLst>
            </p:cNvPr>
            <p:cNvSpPr>
              <a:spLocks noChangeArrowheads="1"/>
            </p:cNvSpPr>
            <p:nvPr/>
          </p:nvSpPr>
          <p:spPr bwMode="auto">
            <a:xfrm>
              <a:off x="0" y="3312"/>
              <a:ext cx="383" cy="95"/>
            </a:xfrm>
            <a:prstGeom prst="rect">
              <a:avLst/>
            </a:prstGeom>
            <a:solidFill>
              <a:srgbClr val="9B57D3"/>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03" name="Rectangle 5">
              <a:extLst>
                <a:ext uri="{FF2B5EF4-FFF2-40B4-BE49-F238E27FC236}">
                  <a16:creationId xmlns:a16="http://schemas.microsoft.com/office/drawing/2014/main" id="{D5D5BA50-FE2A-8774-938E-DCDFBDDAA6E8}"/>
                </a:ext>
              </a:extLst>
            </p:cNvPr>
            <p:cNvSpPr>
              <a:spLocks noChangeArrowheads="1"/>
            </p:cNvSpPr>
            <p:nvPr/>
          </p:nvSpPr>
          <p:spPr bwMode="auto">
            <a:xfrm>
              <a:off x="0" y="3408"/>
              <a:ext cx="383" cy="911"/>
            </a:xfrm>
            <a:prstGeom prst="rect">
              <a:avLst/>
            </a:prstGeom>
            <a:solidFill>
              <a:srgbClr val="DDDDDD"/>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04" name="Rectangle 6">
              <a:extLst>
                <a:ext uri="{FF2B5EF4-FFF2-40B4-BE49-F238E27FC236}">
                  <a16:creationId xmlns:a16="http://schemas.microsoft.com/office/drawing/2014/main" id="{77284739-CC35-E6FA-969F-07953A03B8C3}"/>
                </a:ext>
              </a:extLst>
            </p:cNvPr>
            <p:cNvSpPr>
              <a:spLocks noChangeArrowheads="1"/>
            </p:cNvSpPr>
            <p:nvPr/>
          </p:nvSpPr>
          <p:spPr bwMode="auto">
            <a:xfrm>
              <a:off x="7358" y="0"/>
              <a:ext cx="319" cy="1247"/>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05" name="Rectangle 7">
              <a:extLst>
                <a:ext uri="{FF2B5EF4-FFF2-40B4-BE49-F238E27FC236}">
                  <a16:creationId xmlns:a16="http://schemas.microsoft.com/office/drawing/2014/main" id="{5992BD83-312E-C79C-71C8-E00668938985}"/>
                </a:ext>
              </a:extLst>
            </p:cNvPr>
            <p:cNvSpPr>
              <a:spLocks noChangeArrowheads="1"/>
            </p:cNvSpPr>
            <p:nvPr/>
          </p:nvSpPr>
          <p:spPr bwMode="auto">
            <a:xfrm>
              <a:off x="4799" y="0"/>
              <a:ext cx="2558" cy="191"/>
            </a:xfrm>
            <a:prstGeom prst="rect">
              <a:avLst/>
            </a:prstGeom>
            <a:solidFill>
              <a:srgbClr val="92278F"/>
            </a:solidFill>
            <a:ln w="9360" cap="sq">
              <a:solidFill>
                <a:srgbClr val="755DD9"/>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06" name="Rectangle 8">
              <a:extLst>
                <a:ext uri="{FF2B5EF4-FFF2-40B4-BE49-F238E27FC236}">
                  <a16:creationId xmlns:a16="http://schemas.microsoft.com/office/drawing/2014/main" id="{78C4BFAD-D360-F990-13D3-B2CFEC298460}"/>
                </a:ext>
              </a:extLst>
            </p:cNvPr>
            <p:cNvSpPr>
              <a:spLocks noChangeArrowheads="1"/>
            </p:cNvSpPr>
            <p:nvPr/>
          </p:nvSpPr>
          <p:spPr bwMode="auto">
            <a:xfrm>
              <a:off x="384" y="192"/>
              <a:ext cx="447" cy="479"/>
            </a:xfrm>
            <a:prstGeom prst="rect">
              <a:avLst/>
            </a:prstGeom>
            <a:solidFill>
              <a:srgbClr val="7E6583">
                <a:alpha val="50195"/>
              </a:srgbClr>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07" name="Rectangle 9">
              <a:extLst>
                <a:ext uri="{FF2B5EF4-FFF2-40B4-BE49-F238E27FC236}">
                  <a16:creationId xmlns:a16="http://schemas.microsoft.com/office/drawing/2014/main" id="{19A8302F-3837-346F-C476-F252BEF47E84}"/>
                </a:ext>
              </a:extLst>
            </p:cNvPr>
            <p:cNvSpPr>
              <a:spLocks noChangeArrowheads="1"/>
            </p:cNvSpPr>
            <p:nvPr/>
          </p:nvSpPr>
          <p:spPr bwMode="auto">
            <a:xfrm>
              <a:off x="0" y="672"/>
              <a:ext cx="383" cy="2639"/>
            </a:xfrm>
            <a:prstGeom prst="rect">
              <a:avLst/>
            </a:prstGeom>
            <a:gradFill rotWithShape="0">
              <a:gsLst>
                <a:gs pos="0">
                  <a:srgbClr val="7E6583"/>
                </a:gs>
                <a:gs pos="100000">
                  <a:srgbClr val="FFFFFF"/>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08" name="Rectangle 10">
              <a:extLst>
                <a:ext uri="{FF2B5EF4-FFF2-40B4-BE49-F238E27FC236}">
                  <a16:creationId xmlns:a16="http://schemas.microsoft.com/office/drawing/2014/main" id="{19F9A224-9533-536F-7B2A-3FE190442405}"/>
                </a:ext>
              </a:extLst>
            </p:cNvPr>
            <p:cNvSpPr>
              <a:spLocks noChangeArrowheads="1"/>
            </p:cNvSpPr>
            <p:nvPr/>
          </p:nvSpPr>
          <p:spPr bwMode="auto">
            <a:xfrm>
              <a:off x="0" y="192"/>
              <a:ext cx="383" cy="479"/>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09" name="Rectangle 11">
              <a:extLst>
                <a:ext uri="{FF2B5EF4-FFF2-40B4-BE49-F238E27FC236}">
                  <a16:creationId xmlns:a16="http://schemas.microsoft.com/office/drawing/2014/main" id="{ECD385BA-D1B6-4E40-0B41-5BECFE15FA68}"/>
                </a:ext>
              </a:extLst>
            </p:cNvPr>
            <p:cNvSpPr>
              <a:spLocks noChangeArrowheads="1"/>
            </p:cNvSpPr>
            <p:nvPr/>
          </p:nvSpPr>
          <p:spPr bwMode="auto">
            <a:xfrm>
              <a:off x="0" y="0"/>
              <a:ext cx="831" cy="191"/>
            </a:xfrm>
            <a:prstGeom prst="rect">
              <a:avLst/>
            </a:prstGeom>
            <a:solidFill>
              <a:srgbClr val="92278F"/>
            </a:solidFill>
            <a:ln w="19080" cap="sq">
              <a:solidFill>
                <a:srgbClr val="92278F"/>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10" name="Rectangle 12">
              <a:extLst>
                <a:ext uri="{FF2B5EF4-FFF2-40B4-BE49-F238E27FC236}">
                  <a16:creationId xmlns:a16="http://schemas.microsoft.com/office/drawing/2014/main" id="{D433DE88-D262-3DF7-C1ED-C9BE1A877913}"/>
                </a:ext>
              </a:extLst>
            </p:cNvPr>
            <p:cNvSpPr>
              <a:spLocks noChangeArrowheads="1"/>
            </p:cNvSpPr>
            <p:nvPr/>
          </p:nvSpPr>
          <p:spPr bwMode="auto">
            <a:xfrm>
              <a:off x="832" y="0"/>
              <a:ext cx="3966" cy="191"/>
            </a:xfrm>
            <a:prstGeom prst="rect">
              <a:avLst/>
            </a:prstGeom>
            <a:solidFill>
              <a:srgbClr val="FFFFFF"/>
            </a:solidFill>
            <a:ln w="9360" cap="sq">
              <a:solidFill>
                <a:srgbClr val="80808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11" name="Line 13">
              <a:extLst>
                <a:ext uri="{FF2B5EF4-FFF2-40B4-BE49-F238E27FC236}">
                  <a16:creationId xmlns:a16="http://schemas.microsoft.com/office/drawing/2014/main" id="{10612E3D-BDC0-D800-83F8-B249E4260E36}"/>
                </a:ext>
              </a:extLst>
            </p:cNvPr>
            <p:cNvSpPr>
              <a:spLocks noChangeShapeType="1"/>
            </p:cNvSpPr>
            <p:nvPr/>
          </p:nvSpPr>
          <p:spPr bwMode="auto">
            <a:xfrm flipV="1">
              <a:off x="384" y="191"/>
              <a:ext cx="0" cy="4129"/>
            </a:xfrm>
            <a:prstGeom prst="line">
              <a:avLst/>
            </a:prstGeom>
            <a:noFill/>
            <a:ln w="7632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212" name="Line 14">
              <a:extLst>
                <a:ext uri="{FF2B5EF4-FFF2-40B4-BE49-F238E27FC236}">
                  <a16:creationId xmlns:a16="http://schemas.microsoft.com/office/drawing/2014/main" id="{774985BB-ED57-1563-511E-4D174580A6B8}"/>
                </a:ext>
              </a:extLst>
            </p:cNvPr>
            <p:cNvSpPr>
              <a:spLocks noChangeShapeType="1"/>
            </p:cNvSpPr>
            <p:nvPr/>
          </p:nvSpPr>
          <p:spPr bwMode="auto">
            <a:xfrm>
              <a:off x="384" y="4224"/>
              <a:ext cx="7293" cy="0"/>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213" name="Line 15">
              <a:extLst>
                <a:ext uri="{FF2B5EF4-FFF2-40B4-BE49-F238E27FC236}">
                  <a16:creationId xmlns:a16="http://schemas.microsoft.com/office/drawing/2014/main" id="{0430C345-5BF8-1FC4-B3EC-ADB04ECF4A39}"/>
                </a:ext>
              </a:extLst>
            </p:cNvPr>
            <p:cNvSpPr>
              <a:spLocks noChangeShapeType="1"/>
            </p:cNvSpPr>
            <p:nvPr/>
          </p:nvSpPr>
          <p:spPr bwMode="auto">
            <a:xfrm flipV="1">
              <a:off x="7358" y="-1"/>
              <a:ext cx="0" cy="4225"/>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214" name="Line 16">
              <a:extLst>
                <a:ext uri="{FF2B5EF4-FFF2-40B4-BE49-F238E27FC236}">
                  <a16:creationId xmlns:a16="http://schemas.microsoft.com/office/drawing/2014/main" id="{6C07B3D9-C1C4-9571-3566-170351AEDF98}"/>
                </a:ext>
              </a:extLst>
            </p:cNvPr>
            <p:cNvSpPr>
              <a:spLocks noChangeShapeType="1"/>
            </p:cNvSpPr>
            <p:nvPr/>
          </p:nvSpPr>
          <p:spPr bwMode="auto">
            <a:xfrm>
              <a:off x="0" y="192"/>
              <a:ext cx="7677" cy="0"/>
            </a:xfrm>
            <a:prstGeom prst="line">
              <a:avLst/>
            </a:prstGeom>
            <a:noFill/>
            <a:ln w="3816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215" name="Line 17">
              <a:extLst>
                <a:ext uri="{FF2B5EF4-FFF2-40B4-BE49-F238E27FC236}">
                  <a16:creationId xmlns:a16="http://schemas.microsoft.com/office/drawing/2014/main" id="{E92CF25C-DC11-A356-B7BB-E43DDE03F2BE}"/>
                </a:ext>
              </a:extLst>
            </p:cNvPr>
            <p:cNvSpPr>
              <a:spLocks noChangeShapeType="1"/>
            </p:cNvSpPr>
            <p:nvPr/>
          </p:nvSpPr>
          <p:spPr bwMode="auto">
            <a:xfrm flipH="1">
              <a:off x="4798" y="288"/>
              <a:ext cx="2880" cy="0"/>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216" name="Line 18">
              <a:extLst>
                <a:ext uri="{FF2B5EF4-FFF2-40B4-BE49-F238E27FC236}">
                  <a16:creationId xmlns:a16="http://schemas.microsoft.com/office/drawing/2014/main" id="{4047E6B1-54EE-2B4F-9A88-35CD747F391A}"/>
                </a:ext>
              </a:extLst>
            </p:cNvPr>
            <p:cNvSpPr>
              <a:spLocks noChangeShapeType="1"/>
            </p:cNvSpPr>
            <p:nvPr/>
          </p:nvSpPr>
          <p:spPr bwMode="auto">
            <a:xfrm flipV="1">
              <a:off x="4799" y="-1"/>
              <a:ext cx="0" cy="289"/>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217" name="Line 19">
              <a:extLst>
                <a:ext uri="{FF2B5EF4-FFF2-40B4-BE49-F238E27FC236}">
                  <a16:creationId xmlns:a16="http://schemas.microsoft.com/office/drawing/2014/main" id="{B6DFBD7D-779E-A081-88A4-1E974D835EEE}"/>
                </a:ext>
              </a:extLst>
            </p:cNvPr>
            <p:cNvSpPr>
              <a:spLocks noChangeShapeType="1"/>
            </p:cNvSpPr>
            <p:nvPr/>
          </p:nvSpPr>
          <p:spPr bwMode="auto">
            <a:xfrm>
              <a:off x="7358" y="1248"/>
              <a:ext cx="319" cy="0"/>
            </a:xfrm>
            <a:prstGeom prst="line">
              <a:avLst/>
            </a:prstGeom>
            <a:noFill/>
            <a:ln w="2844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218" name="Line 20">
              <a:extLst>
                <a:ext uri="{FF2B5EF4-FFF2-40B4-BE49-F238E27FC236}">
                  <a16:creationId xmlns:a16="http://schemas.microsoft.com/office/drawing/2014/main" id="{36B2F195-BDEE-A2A0-9D66-CCE27BB959BE}"/>
                </a:ext>
              </a:extLst>
            </p:cNvPr>
            <p:cNvSpPr>
              <a:spLocks noChangeShapeType="1"/>
            </p:cNvSpPr>
            <p:nvPr/>
          </p:nvSpPr>
          <p:spPr bwMode="auto">
            <a:xfrm>
              <a:off x="832" y="0"/>
              <a:ext cx="0" cy="671"/>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219" name="Line 21">
              <a:extLst>
                <a:ext uri="{FF2B5EF4-FFF2-40B4-BE49-F238E27FC236}">
                  <a16:creationId xmlns:a16="http://schemas.microsoft.com/office/drawing/2014/main" id="{C1007016-8008-D71C-91E1-F7151FF9B480}"/>
                </a:ext>
              </a:extLst>
            </p:cNvPr>
            <p:cNvSpPr>
              <a:spLocks noChangeShapeType="1"/>
            </p:cNvSpPr>
            <p:nvPr/>
          </p:nvSpPr>
          <p:spPr bwMode="auto">
            <a:xfrm flipH="1">
              <a:off x="-1" y="672"/>
              <a:ext cx="833"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220" name="Line 22">
              <a:extLst>
                <a:ext uri="{FF2B5EF4-FFF2-40B4-BE49-F238E27FC236}">
                  <a16:creationId xmlns:a16="http://schemas.microsoft.com/office/drawing/2014/main" id="{0EB1CEC7-9E96-49A5-7C89-FFDE2EBF13B3}"/>
                </a:ext>
              </a:extLst>
            </p:cNvPr>
            <p:cNvSpPr>
              <a:spLocks noChangeShapeType="1"/>
            </p:cNvSpPr>
            <p:nvPr/>
          </p:nvSpPr>
          <p:spPr bwMode="auto">
            <a:xfrm flipH="1">
              <a:off x="-1" y="3312"/>
              <a:ext cx="385"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221" name="Line 23">
              <a:extLst>
                <a:ext uri="{FF2B5EF4-FFF2-40B4-BE49-F238E27FC236}">
                  <a16:creationId xmlns:a16="http://schemas.microsoft.com/office/drawing/2014/main" id="{D5FC10CF-8042-0901-3D8A-05B9E84A6189}"/>
                </a:ext>
              </a:extLst>
            </p:cNvPr>
            <p:cNvSpPr>
              <a:spLocks noChangeShapeType="1"/>
            </p:cNvSpPr>
            <p:nvPr/>
          </p:nvSpPr>
          <p:spPr bwMode="auto">
            <a:xfrm flipH="1">
              <a:off x="-1" y="3408"/>
              <a:ext cx="385" cy="0"/>
            </a:xfrm>
            <a:prstGeom prst="line">
              <a:avLst/>
            </a:prstGeom>
            <a:noFill/>
            <a:ln w="28440" cap="sq">
              <a:solidFill>
                <a:srgbClr val="92278F"/>
              </a:solidFill>
              <a:miter lim="800000"/>
              <a:headEnd/>
              <a:tailEnd/>
            </a:ln>
            <a:extLst>
              <a:ext uri="{909E8E84-426E-40DD-AFC4-6F175D3DCCD1}">
                <a14:hiddenFill xmlns:a14="http://schemas.microsoft.com/office/drawing/2010/main">
                  <a:noFill/>
                </a14:hiddenFill>
              </a:ext>
            </a:extLst>
          </p:spPr>
          <p:txBody>
            <a:bodyPr/>
            <a:lstStyle/>
            <a:p>
              <a:endParaRPr lang="en-IN"/>
            </a:p>
          </p:txBody>
        </p:sp>
      </p:grpSp>
      <p:sp>
        <p:nvSpPr>
          <p:cNvPr id="8195" name="Rectangle 24">
            <a:extLst>
              <a:ext uri="{FF2B5EF4-FFF2-40B4-BE49-F238E27FC236}">
                <a16:creationId xmlns:a16="http://schemas.microsoft.com/office/drawing/2014/main" id="{D740960C-D3E7-64C2-B43D-03B159A65693}"/>
              </a:ext>
            </a:extLst>
          </p:cNvPr>
          <p:cNvSpPr>
            <a:spLocks noGrp="1" noChangeArrowheads="1"/>
          </p:cNvSpPr>
          <p:nvPr>
            <p:ph type="title"/>
          </p:nvPr>
        </p:nvSpPr>
        <p:spPr bwMode="auto">
          <a:xfrm>
            <a:off x="1522809" y="533401"/>
            <a:ext cx="9602113"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8196" name="Rectangle 25">
            <a:extLst>
              <a:ext uri="{FF2B5EF4-FFF2-40B4-BE49-F238E27FC236}">
                <a16:creationId xmlns:a16="http://schemas.microsoft.com/office/drawing/2014/main" id="{B612C650-FAB5-CA76-4EF6-F323C1866F72}"/>
              </a:ext>
            </a:extLst>
          </p:cNvPr>
          <p:cNvSpPr>
            <a:spLocks noGrp="1" noChangeArrowheads="1"/>
          </p:cNvSpPr>
          <p:nvPr>
            <p:ph type="body" idx="1"/>
          </p:nvPr>
        </p:nvSpPr>
        <p:spPr bwMode="auto">
          <a:xfrm>
            <a:off x="1522809" y="1828801"/>
            <a:ext cx="9602113" cy="418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11290" name="Rectangle 26">
            <a:extLst>
              <a:ext uri="{FF2B5EF4-FFF2-40B4-BE49-F238E27FC236}">
                <a16:creationId xmlns:a16="http://schemas.microsoft.com/office/drawing/2014/main" id="{F797B315-4073-46B3-94C6-AE12AB224147}"/>
              </a:ext>
            </a:extLst>
          </p:cNvPr>
          <p:cNvSpPr>
            <a:spLocks noGrp="1" noChangeArrowheads="1"/>
          </p:cNvSpPr>
          <p:nvPr>
            <p:ph type="ftr"/>
          </p:nvPr>
        </p:nvSpPr>
        <p:spPr bwMode="auto">
          <a:xfrm>
            <a:off x="1518046" y="6172201"/>
            <a:ext cx="6862962"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r>
              <a:rPr lang="en-US" altLang="en-US"/>
              <a:t>Add a footer</a:t>
            </a:r>
          </a:p>
        </p:txBody>
      </p:sp>
      <p:sp>
        <p:nvSpPr>
          <p:cNvPr id="11291" name="Rectangle 27">
            <a:extLst>
              <a:ext uri="{FF2B5EF4-FFF2-40B4-BE49-F238E27FC236}">
                <a16:creationId xmlns:a16="http://schemas.microsoft.com/office/drawing/2014/main" id="{8B805F81-D629-4D8B-8FEB-8A8C7A645BD7}"/>
              </a:ext>
            </a:extLst>
          </p:cNvPr>
          <p:cNvSpPr>
            <a:spLocks noGrp="1" noChangeArrowheads="1"/>
          </p:cNvSpPr>
          <p:nvPr>
            <p:ph type="dt"/>
          </p:nvPr>
        </p:nvSpPr>
        <p:spPr bwMode="auto">
          <a:xfrm>
            <a:off x="8611255" y="6172201"/>
            <a:ext cx="1319556"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endParaRPr lang="en-US" altLang="en-US"/>
          </a:p>
        </p:txBody>
      </p:sp>
      <p:sp>
        <p:nvSpPr>
          <p:cNvPr id="11292" name="Rectangle 28">
            <a:extLst>
              <a:ext uri="{FF2B5EF4-FFF2-40B4-BE49-F238E27FC236}">
                <a16:creationId xmlns:a16="http://schemas.microsoft.com/office/drawing/2014/main" id="{298D4BB7-7B6A-4733-8B03-93E78980650B}"/>
              </a:ext>
            </a:extLst>
          </p:cNvPr>
          <p:cNvSpPr>
            <a:spLocks noGrp="1" noChangeArrowheads="1"/>
          </p:cNvSpPr>
          <p:nvPr>
            <p:ph type="sldNum"/>
          </p:nvPr>
        </p:nvSpPr>
        <p:spPr bwMode="auto">
          <a:xfrm>
            <a:off x="10135652" y="6172201"/>
            <a:ext cx="989270"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anose="05000000000000000000" pitchFamily="2" charset="2"/>
              <a:buNone/>
              <a:defRPr sz="1100">
                <a:solidFill>
                  <a:srgbClr val="000000"/>
                </a:solidFill>
                <a:latin typeface="Times New Roman" panose="02020603050405020304" pitchFamily="18" charset="0"/>
                <a:ea typeface="DejaVu Sans"/>
                <a:cs typeface="DejaVu Sans"/>
              </a:defRPr>
            </a:lvl1pPr>
          </a:lstStyle>
          <a:p>
            <a:fld id="{6537B4C8-5A2A-49CB-B366-BF33B5A2C6E0}" type="slidenum">
              <a:rPr lang="en-US" altLang="en-US"/>
              <a:pPr/>
              <a:t>‹#›</a:t>
            </a:fld>
            <a:endParaRPr lang="en-US" altLang="en-US"/>
          </a:p>
        </p:txBody>
      </p:sp>
    </p:spTree>
    <p:extLst>
      <p:ext uri="{BB962C8B-B14F-4D97-AF65-F5344CB8AC3E}">
        <p14:creationId xmlns:p14="http://schemas.microsoft.com/office/powerpoint/2010/main" val="1015048510"/>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hf sldNum="0" hdr="0" dt="0"/>
  <p:txStyles>
    <p:titleStyle>
      <a:lvl1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kern="1200">
          <a:solidFill>
            <a:srgbClr val="632E62"/>
          </a:solidFill>
          <a:latin typeface="+mj-lt"/>
          <a:ea typeface="WenQuanYi Micro Hei" charset="0"/>
          <a:cs typeface="+mj-cs"/>
        </a:defRPr>
      </a:lvl1pPr>
      <a:lvl2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2pPr>
      <a:lvl3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3pPr>
      <a:lvl4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4pPr>
      <a:lvl5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5pPr>
      <a:lvl6pPr marL="25146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6pPr>
      <a:lvl7pPr marL="29718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7pPr>
      <a:lvl8pPr marL="34290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8pPr>
      <a:lvl9pPr marL="38862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9pPr>
    </p:titleStyle>
    <p:bodyStyle>
      <a:lvl1pPr marL="342900" indent="-342900" algn="l" defTabSz="457200" rtl="0" eaLnBrk="1" fontAlgn="base" hangingPunct="1">
        <a:lnSpc>
          <a:spcPct val="90000"/>
        </a:lnSpc>
        <a:spcBef>
          <a:spcPts val="1800"/>
        </a:spcBef>
        <a:spcAft>
          <a:spcPct val="0"/>
        </a:spcAft>
        <a:buClr>
          <a:srgbClr val="000000"/>
        </a:buClr>
        <a:buSzPct val="100000"/>
        <a:buFont typeface="Times New Roman" panose="02020603050405020304" pitchFamily="18" charset="0"/>
        <a:buChar char="•"/>
        <a:defRPr sz="2000" kern="1200">
          <a:solidFill>
            <a:srgbClr val="000000"/>
          </a:solidFill>
          <a:latin typeface="+mn-lt"/>
          <a:ea typeface="WenQuanYi Micro Hei" charset="0"/>
          <a:cs typeface="+mn-cs"/>
        </a:defRPr>
      </a:lvl1pPr>
      <a:lvl2pPr marL="742950" indent="-285750" algn="l" defTabSz="457200" rtl="0" eaLnBrk="1" fontAlgn="base" hangingPunct="1">
        <a:lnSpc>
          <a:spcPct val="90000"/>
        </a:lnSpc>
        <a:spcBef>
          <a:spcPts val="800"/>
        </a:spcBef>
        <a:spcAft>
          <a:spcPct val="0"/>
        </a:spcAft>
        <a:buClr>
          <a:srgbClr val="000000"/>
        </a:buClr>
        <a:buSzPct val="100000"/>
        <a:buFont typeface="Times New Roman" panose="02020603050405020304" pitchFamily="18" charset="0"/>
        <a:buChar char="–"/>
        <a:defRPr sz="2800" kern="1200">
          <a:solidFill>
            <a:srgbClr val="000000"/>
          </a:solidFill>
          <a:latin typeface="+mn-lt"/>
          <a:ea typeface="WenQuanYi Micro Hei" charset="0"/>
          <a:cs typeface="+mn-cs"/>
        </a:defRPr>
      </a:lvl2pPr>
      <a:lvl3pPr marL="11430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600" kern="1200">
          <a:solidFill>
            <a:srgbClr val="000000"/>
          </a:solidFill>
          <a:latin typeface="+mn-lt"/>
          <a:ea typeface="WenQuanYi Micro Hei" charset="0"/>
          <a:cs typeface="+mn-cs"/>
        </a:defRPr>
      </a:lvl3pPr>
      <a:lvl4pPr marL="16002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4pPr>
      <a:lvl5pPr marL="20574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9218" name="Group 1">
            <a:extLst>
              <a:ext uri="{FF2B5EF4-FFF2-40B4-BE49-F238E27FC236}">
                <a16:creationId xmlns:a16="http://schemas.microsoft.com/office/drawing/2014/main" id="{CEC5DF99-AB45-CB2B-7B11-4C8658318BDF}"/>
              </a:ext>
            </a:extLst>
          </p:cNvPr>
          <p:cNvGrpSpPr>
            <a:grpSpLocks/>
          </p:cNvGrpSpPr>
          <p:nvPr/>
        </p:nvGrpSpPr>
        <p:grpSpPr bwMode="auto">
          <a:xfrm>
            <a:off x="0" y="1"/>
            <a:ext cx="12190413" cy="6856413"/>
            <a:chOff x="0" y="0"/>
            <a:chExt cx="7677" cy="4319"/>
          </a:xfrm>
        </p:grpSpPr>
        <p:sp>
          <p:nvSpPr>
            <p:cNvPr id="9224" name="Rectangle 2">
              <a:extLst>
                <a:ext uri="{FF2B5EF4-FFF2-40B4-BE49-F238E27FC236}">
                  <a16:creationId xmlns:a16="http://schemas.microsoft.com/office/drawing/2014/main" id="{134EDD03-1DB9-C4FC-A779-7D470C76397A}"/>
                </a:ext>
              </a:extLst>
            </p:cNvPr>
            <p:cNvSpPr>
              <a:spLocks noChangeArrowheads="1"/>
            </p:cNvSpPr>
            <p:nvPr/>
          </p:nvSpPr>
          <p:spPr bwMode="auto">
            <a:xfrm>
              <a:off x="2623" y="4224"/>
              <a:ext cx="5054" cy="95"/>
            </a:xfrm>
            <a:prstGeom prst="rect">
              <a:avLst/>
            </a:prstGeom>
            <a:gradFill rotWithShape="0">
              <a:gsLst>
                <a:gs pos="0">
                  <a:srgbClr val="1480D1"/>
                </a:gs>
                <a:gs pos="100000">
                  <a:srgbClr val="DAEDFB"/>
                </a:gs>
              </a:gsLst>
              <a:lin ang="108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25" name="Rectangle 3">
              <a:extLst>
                <a:ext uri="{FF2B5EF4-FFF2-40B4-BE49-F238E27FC236}">
                  <a16:creationId xmlns:a16="http://schemas.microsoft.com/office/drawing/2014/main" id="{5415673B-CCAD-828B-4EAC-3CED6281945D}"/>
                </a:ext>
              </a:extLst>
            </p:cNvPr>
            <p:cNvSpPr>
              <a:spLocks noChangeArrowheads="1"/>
            </p:cNvSpPr>
            <p:nvPr/>
          </p:nvSpPr>
          <p:spPr bwMode="auto">
            <a:xfrm>
              <a:off x="7358" y="1248"/>
              <a:ext cx="319" cy="2687"/>
            </a:xfrm>
            <a:prstGeom prst="rect">
              <a:avLst/>
            </a:prstGeom>
            <a:gradFill rotWithShape="0">
              <a:gsLst>
                <a:gs pos="0">
                  <a:srgbClr val="E8CDE7"/>
                </a:gs>
                <a:gs pos="100000">
                  <a:srgbClr val="BA69B8"/>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26" name="Rectangle 4">
              <a:extLst>
                <a:ext uri="{FF2B5EF4-FFF2-40B4-BE49-F238E27FC236}">
                  <a16:creationId xmlns:a16="http://schemas.microsoft.com/office/drawing/2014/main" id="{724C71CF-114F-6954-238C-0E204E4B561E}"/>
                </a:ext>
              </a:extLst>
            </p:cNvPr>
            <p:cNvSpPr>
              <a:spLocks noChangeArrowheads="1"/>
            </p:cNvSpPr>
            <p:nvPr/>
          </p:nvSpPr>
          <p:spPr bwMode="auto">
            <a:xfrm>
              <a:off x="0" y="3312"/>
              <a:ext cx="383" cy="95"/>
            </a:xfrm>
            <a:prstGeom prst="rect">
              <a:avLst/>
            </a:prstGeom>
            <a:solidFill>
              <a:srgbClr val="9B57D3"/>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27" name="Rectangle 5">
              <a:extLst>
                <a:ext uri="{FF2B5EF4-FFF2-40B4-BE49-F238E27FC236}">
                  <a16:creationId xmlns:a16="http://schemas.microsoft.com/office/drawing/2014/main" id="{6A78673A-40B8-A249-E23B-069F90F47D1F}"/>
                </a:ext>
              </a:extLst>
            </p:cNvPr>
            <p:cNvSpPr>
              <a:spLocks noChangeArrowheads="1"/>
            </p:cNvSpPr>
            <p:nvPr/>
          </p:nvSpPr>
          <p:spPr bwMode="auto">
            <a:xfrm>
              <a:off x="0" y="3408"/>
              <a:ext cx="383" cy="911"/>
            </a:xfrm>
            <a:prstGeom prst="rect">
              <a:avLst/>
            </a:prstGeom>
            <a:solidFill>
              <a:srgbClr val="DDDDDD"/>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28" name="Rectangle 6">
              <a:extLst>
                <a:ext uri="{FF2B5EF4-FFF2-40B4-BE49-F238E27FC236}">
                  <a16:creationId xmlns:a16="http://schemas.microsoft.com/office/drawing/2014/main" id="{A0EEDFCC-E160-5D54-D4E8-A83E800707A1}"/>
                </a:ext>
              </a:extLst>
            </p:cNvPr>
            <p:cNvSpPr>
              <a:spLocks noChangeArrowheads="1"/>
            </p:cNvSpPr>
            <p:nvPr/>
          </p:nvSpPr>
          <p:spPr bwMode="auto">
            <a:xfrm>
              <a:off x="7358" y="0"/>
              <a:ext cx="319" cy="1247"/>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29" name="Rectangle 7">
              <a:extLst>
                <a:ext uri="{FF2B5EF4-FFF2-40B4-BE49-F238E27FC236}">
                  <a16:creationId xmlns:a16="http://schemas.microsoft.com/office/drawing/2014/main" id="{92E587FA-EBAF-E9BB-E677-B5596E201166}"/>
                </a:ext>
              </a:extLst>
            </p:cNvPr>
            <p:cNvSpPr>
              <a:spLocks noChangeArrowheads="1"/>
            </p:cNvSpPr>
            <p:nvPr/>
          </p:nvSpPr>
          <p:spPr bwMode="auto">
            <a:xfrm>
              <a:off x="4799" y="0"/>
              <a:ext cx="2558" cy="191"/>
            </a:xfrm>
            <a:prstGeom prst="rect">
              <a:avLst/>
            </a:prstGeom>
            <a:solidFill>
              <a:srgbClr val="92278F"/>
            </a:solidFill>
            <a:ln w="9360" cap="sq">
              <a:solidFill>
                <a:srgbClr val="755DD9"/>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30" name="Rectangle 8">
              <a:extLst>
                <a:ext uri="{FF2B5EF4-FFF2-40B4-BE49-F238E27FC236}">
                  <a16:creationId xmlns:a16="http://schemas.microsoft.com/office/drawing/2014/main" id="{3809802D-704A-77B7-5DE3-1A1E2B10A8D7}"/>
                </a:ext>
              </a:extLst>
            </p:cNvPr>
            <p:cNvSpPr>
              <a:spLocks noChangeArrowheads="1"/>
            </p:cNvSpPr>
            <p:nvPr/>
          </p:nvSpPr>
          <p:spPr bwMode="auto">
            <a:xfrm>
              <a:off x="384" y="192"/>
              <a:ext cx="447" cy="479"/>
            </a:xfrm>
            <a:prstGeom prst="rect">
              <a:avLst/>
            </a:prstGeom>
            <a:solidFill>
              <a:srgbClr val="7E6583">
                <a:alpha val="50195"/>
              </a:srgbClr>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31" name="Rectangle 9">
              <a:extLst>
                <a:ext uri="{FF2B5EF4-FFF2-40B4-BE49-F238E27FC236}">
                  <a16:creationId xmlns:a16="http://schemas.microsoft.com/office/drawing/2014/main" id="{5E1440BE-FD43-491C-07ED-188B7371FF67}"/>
                </a:ext>
              </a:extLst>
            </p:cNvPr>
            <p:cNvSpPr>
              <a:spLocks noChangeArrowheads="1"/>
            </p:cNvSpPr>
            <p:nvPr/>
          </p:nvSpPr>
          <p:spPr bwMode="auto">
            <a:xfrm>
              <a:off x="0" y="672"/>
              <a:ext cx="383" cy="2639"/>
            </a:xfrm>
            <a:prstGeom prst="rect">
              <a:avLst/>
            </a:prstGeom>
            <a:gradFill rotWithShape="0">
              <a:gsLst>
                <a:gs pos="0">
                  <a:srgbClr val="7E6583"/>
                </a:gs>
                <a:gs pos="100000">
                  <a:srgbClr val="FFFFFF"/>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32" name="Rectangle 10">
              <a:extLst>
                <a:ext uri="{FF2B5EF4-FFF2-40B4-BE49-F238E27FC236}">
                  <a16:creationId xmlns:a16="http://schemas.microsoft.com/office/drawing/2014/main" id="{EF72A90D-30FE-2666-29CD-A391337F283F}"/>
                </a:ext>
              </a:extLst>
            </p:cNvPr>
            <p:cNvSpPr>
              <a:spLocks noChangeArrowheads="1"/>
            </p:cNvSpPr>
            <p:nvPr/>
          </p:nvSpPr>
          <p:spPr bwMode="auto">
            <a:xfrm>
              <a:off x="0" y="192"/>
              <a:ext cx="383" cy="479"/>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33" name="Rectangle 11">
              <a:extLst>
                <a:ext uri="{FF2B5EF4-FFF2-40B4-BE49-F238E27FC236}">
                  <a16:creationId xmlns:a16="http://schemas.microsoft.com/office/drawing/2014/main" id="{C05E5A5A-A743-E6C6-1A7B-E1A45EC13621}"/>
                </a:ext>
              </a:extLst>
            </p:cNvPr>
            <p:cNvSpPr>
              <a:spLocks noChangeArrowheads="1"/>
            </p:cNvSpPr>
            <p:nvPr/>
          </p:nvSpPr>
          <p:spPr bwMode="auto">
            <a:xfrm>
              <a:off x="0" y="0"/>
              <a:ext cx="831" cy="191"/>
            </a:xfrm>
            <a:prstGeom prst="rect">
              <a:avLst/>
            </a:prstGeom>
            <a:solidFill>
              <a:srgbClr val="92278F"/>
            </a:solidFill>
            <a:ln w="19080" cap="sq">
              <a:solidFill>
                <a:srgbClr val="92278F"/>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34" name="Rectangle 12">
              <a:extLst>
                <a:ext uri="{FF2B5EF4-FFF2-40B4-BE49-F238E27FC236}">
                  <a16:creationId xmlns:a16="http://schemas.microsoft.com/office/drawing/2014/main" id="{1914BD8A-E8B6-92D1-6562-F76FA5B94C0B}"/>
                </a:ext>
              </a:extLst>
            </p:cNvPr>
            <p:cNvSpPr>
              <a:spLocks noChangeArrowheads="1"/>
            </p:cNvSpPr>
            <p:nvPr/>
          </p:nvSpPr>
          <p:spPr bwMode="auto">
            <a:xfrm>
              <a:off x="832" y="0"/>
              <a:ext cx="3966" cy="191"/>
            </a:xfrm>
            <a:prstGeom prst="rect">
              <a:avLst/>
            </a:prstGeom>
            <a:solidFill>
              <a:srgbClr val="FFFFFF"/>
            </a:solidFill>
            <a:ln w="9360" cap="sq">
              <a:solidFill>
                <a:srgbClr val="80808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35" name="Line 13">
              <a:extLst>
                <a:ext uri="{FF2B5EF4-FFF2-40B4-BE49-F238E27FC236}">
                  <a16:creationId xmlns:a16="http://schemas.microsoft.com/office/drawing/2014/main" id="{89D33AA0-54B4-83FF-39A9-A9BA23446719}"/>
                </a:ext>
              </a:extLst>
            </p:cNvPr>
            <p:cNvSpPr>
              <a:spLocks noChangeShapeType="1"/>
            </p:cNvSpPr>
            <p:nvPr/>
          </p:nvSpPr>
          <p:spPr bwMode="auto">
            <a:xfrm flipV="1">
              <a:off x="384" y="191"/>
              <a:ext cx="0" cy="4129"/>
            </a:xfrm>
            <a:prstGeom prst="line">
              <a:avLst/>
            </a:prstGeom>
            <a:noFill/>
            <a:ln w="7632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9236" name="Line 14">
              <a:extLst>
                <a:ext uri="{FF2B5EF4-FFF2-40B4-BE49-F238E27FC236}">
                  <a16:creationId xmlns:a16="http://schemas.microsoft.com/office/drawing/2014/main" id="{DA23557B-3605-C697-DD65-47C7611931D4}"/>
                </a:ext>
              </a:extLst>
            </p:cNvPr>
            <p:cNvSpPr>
              <a:spLocks noChangeShapeType="1"/>
            </p:cNvSpPr>
            <p:nvPr/>
          </p:nvSpPr>
          <p:spPr bwMode="auto">
            <a:xfrm>
              <a:off x="384" y="4224"/>
              <a:ext cx="7293" cy="0"/>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9237" name="Line 15">
              <a:extLst>
                <a:ext uri="{FF2B5EF4-FFF2-40B4-BE49-F238E27FC236}">
                  <a16:creationId xmlns:a16="http://schemas.microsoft.com/office/drawing/2014/main" id="{DE473AD8-017E-66FC-7973-2FF8ABD4D80E}"/>
                </a:ext>
              </a:extLst>
            </p:cNvPr>
            <p:cNvSpPr>
              <a:spLocks noChangeShapeType="1"/>
            </p:cNvSpPr>
            <p:nvPr/>
          </p:nvSpPr>
          <p:spPr bwMode="auto">
            <a:xfrm flipV="1">
              <a:off x="7358" y="-1"/>
              <a:ext cx="0" cy="4225"/>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9238" name="Line 16">
              <a:extLst>
                <a:ext uri="{FF2B5EF4-FFF2-40B4-BE49-F238E27FC236}">
                  <a16:creationId xmlns:a16="http://schemas.microsoft.com/office/drawing/2014/main" id="{D870D438-B8FD-413C-33F4-8F8131CC68CF}"/>
                </a:ext>
              </a:extLst>
            </p:cNvPr>
            <p:cNvSpPr>
              <a:spLocks noChangeShapeType="1"/>
            </p:cNvSpPr>
            <p:nvPr/>
          </p:nvSpPr>
          <p:spPr bwMode="auto">
            <a:xfrm>
              <a:off x="0" y="192"/>
              <a:ext cx="7677" cy="0"/>
            </a:xfrm>
            <a:prstGeom prst="line">
              <a:avLst/>
            </a:prstGeom>
            <a:noFill/>
            <a:ln w="3816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9239" name="Line 17">
              <a:extLst>
                <a:ext uri="{FF2B5EF4-FFF2-40B4-BE49-F238E27FC236}">
                  <a16:creationId xmlns:a16="http://schemas.microsoft.com/office/drawing/2014/main" id="{DEDA46C5-C7A1-B268-2224-A8F5B07F316E}"/>
                </a:ext>
              </a:extLst>
            </p:cNvPr>
            <p:cNvSpPr>
              <a:spLocks noChangeShapeType="1"/>
            </p:cNvSpPr>
            <p:nvPr/>
          </p:nvSpPr>
          <p:spPr bwMode="auto">
            <a:xfrm flipH="1">
              <a:off x="4798" y="288"/>
              <a:ext cx="2880" cy="0"/>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9240" name="Line 18">
              <a:extLst>
                <a:ext uri="{FF2B5EF4-FFF2-40B4-BE49-F238E27FC236}">
                  <a16:creationId xmlns:a16="http://schemas.microsoft.com/office/drawing/2014/main" id="{24D24C23-3558-A52A-6B0A-EDFE87B545EC}"/>
                </a:ext>
              </a:extLst>
            </p:cNvPr>
            <p:cNvSpPr>
              <a:spLocks noChangeShapeType="1"/>
            </p:cNvSpPr>
            <p:nvPr/>
          </p:nvSpPr>
          <p:spPr bwMode="auto">
            <a:xfrm flipV="1">
              <a:off x="4799" y="-1"/>
              <a:ext cx="0" cy="289"/>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9241" name="Line 19">
              <a:extLst>
                <a:ext uri="{FF2B5EF4-FFF2-40B4-BE49-F238E27FC236}">
                  <a16:creationId xmlns:a16="http://schemas.microsoft.com/office/drawing/2014/main" id="{CFF5F3DE-A342-3F78-E83F-7BFE91DDBCB5}"/>
                </a:ext>
              </a:extLst>
            </p:cNvPr>
            <p:cNvSpPr>
              <a:spLocks noChangeShapeType="1"/>
            </p:cNvSpPr>
            <p:nvPr/>
          </p:nvSpPr>
          <p:spPr bwMode="auto">
            <a:xfrm>
              <a:off x="7358" y="1248"/>
              <a:ext cx="319" cy="0"/>
            </a:xfrm>
            <a:prstGeom prst="line">
              <a:avLst/>
            </a:prstGeom>
            <a:noFill/>
            <a:ln w="2844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9242" name="Line 20">
              <a:extLst>
                <a:ext uri="{FF2B5EF4-FFF2-40B4-BE49-F238E27FC236}">
                  <a16:creationId xmlns:a16="http://schemas.microsoft.com/office/drawing/2014/main" id="{C7CECEC4-305A-286B-845E-200DDABBA070}"/>
                </a:ext>
              </a:extLst>
            </p:cNvPr>
            <p:cNvSpPr>
              <a:spLocks noChangeShapeType="1"/>
            </p:cNvSpPr>
            <p:nvPr/>
          </p:nvSpPr>
          <p:spPr bwMode="auto">
            <a:xfrm>
              <a:off x="832" y="0"/>
              <a:ext cx="0" cy="671"/>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9243" name="Line 21">
              <a:extLst>
                <a:ext uri="{FF2B5EF4-FFF2-40B4-BE49-F238E27FC236}">
                  <a16:creationId xmlns:a16="http://schemas.microsoft.com/office/drawing/2014/main" id="{55EBD324-1344-7D29-E60F-4A818E264C32}"/>
                </a:ext>
              </a:extLst>
            </p:cNvPr>
            <p:cNvSpPr>
              <a:spLocks noChangeShapeType="1"/>
            </p:cNvSpPr>
            <p:nvPr/>
          </p:nvSpPr>
          <p:spPr bwMode="auto">
            <a:xfrm flipH="1">
              <a:off x="-1" y="672"/>
              <a:ext cx="833"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9244" name="Line 22">
              <a:extLst>
                <a:ext uri="{FF2B5EF4-FFF2-40B4-BE49-F238E27FC236}">
                  <a16:creationId xmlns:a16="http://schemas.microsoft.com/office/drawing/2014/main" id="{2CD4A7A2-1031-D7C8-3055-86D20DC650B3}"/>
                </a:ext>
              </a:extLst>
            </p:cNvPr>
            <p:cNvSpPr>
              <a:spLocks noChangeShapeType="1"/>
            </p:cNvSpPr>
            <p:nvPr/>
          </p:nvSpPr>
          <p:spPr bwMode="auto">
            <a:xfrm flipH="1">
              <a:off x="-1" y="3312"/>
              <a:ext cx="385"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9245" name="Line 23">
              <a:extLst>
                <a:ext uri="{FF2B5EF4-FFF2-40B4-BE49-F238E27FC236}">
                  <a16:creationId xmlns:a16="http://schemas.microsoft.com/office/drawing/2014/main" id="{786FB762-2D92-6F57-B169-68915E818470}"/>
                </a:ext>
              </a:extLst>
            </p:cNvPr>
            <p:cNvSpPr>
              <a:spLocks noChangeShapeType="1"/>
            </p:cNvSpPr>
            <p:nvPr/>
          </p:nvSpPr>
          <p:spPr bwMode="auto">
            <a:xfrm flipH="1">
              <a:off x="-1" y="3408"/>
              <a:ext cx="385" cy="0"/>
            </a:xfrm>
            <a:prstGeom prst="line">
              <a:avLst/>
            </a:prstGeom>
            <a:noFill/>
            <a:ln w="28440" cap="sq">
              <a:solidFill>
                <a:srgbClr val="92278F"/>
              </a:solidFill>
              <a:miter lim="800000"/>
              <a:headEnd/>
              <a:tailEnd/>
            </a:ln>
            <a:extLst>
              <a:ext uri="{909E8E84-426E-40DD-AFC4-6F175D3DCCD1}">
                <a14:hiddenFill xmlns:a14="http://schemas.microsoft.com/office/drawing/2010/main">
                  <a:noFill/>
                </a14:hiddenFill>
              </a:ext>
            </a:extLst>
          </p:spPr>
          <p:txBody>
            <a:bodyPr/>
            <a:lstStyle/>
            <a:p>
              <a:endParaRPr lang="en-IN"/>
            </a:p>
          </p:txBody>
        </p:sp>
      </p:grpSp>
      <p:sp>
        <p:nvSpPr>
          <p:cNvPr id="9219" name="Rectangle 24">
            <a:extLst>
              <a:ext uri="{FF2B5EF4-FFF2-40B4-BE49-F238E27FC236}">
                <a16:creationId xmlns:a16="http://schemas.microsoft.com/office/drawing/2014/main" id="{FF339692-CA66-DCEE-8422-0E9800920197}"/>
              </a:ext>
            </a:extLst>
          </p:cNvPr>
          <p:cNvSpPr>
            <a:spLocks noGrp="1" noChangeArrowheads="1"/>
          </p:cNvSpPr>
          <p:nvPr>
            <p:ph type="title"/>
          </p:nvPr>
        </p:nvSpPr>
        <p:spPr bwMode="auto">
          <a:xfrm>
            <a:off x="1522809" y="533401"/>
            <a:ext cx="9602113"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9220" name="Rectangle 25">
            <a:extLst>
              <a:ext uri="{FF2B5EF4-FFF2-40B4-BE49-F238E27FC236}">
                <a16:creationId xmlns:a16="http://schemas.microsoft.com/office/drawing/2014/main" id="{AA7C62B7-362B-36F8-ACAF-821C2202103A}"/>
              </a:ext>
            </a:extLst>
          </p:cNvPr>
          <p:cNvSpPr>
            <a:spLocks noGrp="1" noChangeArrowheads="1"/>
          </p:cNvSpPr>
          <p:nvPr>
            <p:ph type="body" idx="1"/>
          </p:nvPr>
        </p:nvSpPr>
        <p:spPr bwMode="auto">
          <a:xfrm>
            <a:off x="1522809" y="1828801"/>
            <a:ext cx="9602113" cy="418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12314" name="Rectangle 26">
            <a:extLst>
              <a:ext uri="{FF2B5EF4-FFF2-40B4-BE49-F238E27FC236}">
                <a16:creationId xmlns:a16="http://schemas.microsoft.com/office/drawing/2014/main" id="{9542E77A-E17D-4DB0-ADC5-54FC43486859}"/>
              </a:ext>
            </a:extLst>
          </p:cNvPr>
          <p:cNvSpPr>
            <a:spLocks noGrp="1" noChangeArrowheads="1"/>
          </p:cNvSpPr>
          <p:nvPr>
            <p:ph type="ftr"/>
          </p:nvPr>
        </p:nvSpPr>
        <p:spPr bwMode="auto">
          <a:xfrm>
            <a:off x="1518046" y="6172201"/>
            <a:ext cx="6862962"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r>
              <a:rPr lang="en-US" altLang="en-US"/>
              <a:t>Add a footer</a:t>
            </a:r>
          </a:p>
        </p:txBody>
      </p:sp>
      <p:sp>
        <p:nvSpPr>
          <p:cNvPr id="12315" name="Rectangle 27">
            <a:extLst>
              <a:ext uri="{FF2B5EF4-FFF2-40B4-BE49-F238E27FC236}">
                <a16:creationId xmlns:a16="http://schemas.microsoft.com/office/drawing/2014/main" id="{31F26121-DED6-4921-877C-EC4331D1CBB0}"/>
              </a:ext>
            </a:extLst>
          </p:cNvPr>
          <p:cNvSpPr>
            <a:spLocks noGrp="1" noChangeArrowheads="1"/>
          </p:cNvSpPr>
          <p:nvPr>
            <p:ph type="dt"/>
          </p:nvPr>
        </p:nvSpPr>
        <p:spPr bwMode="auto">
          <a:xfrm>
            <a:off x="8611255" y="6172201"/>
            <a:ext cx="1319556"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endParaRPr lang="en-US" altLang="en-US"/>
          </a:p>
        </p:txBody>
      </p:sp>
      <p:sp>
        <p:nvSpPr>
          <p:cNvPr id="12316" name="Rectangle 28">
            <a:extLst>
              <a:ext uri="{FF2B5EF4-FFF2-40B4-BE49-F238E27FC236}">
                <a16:creationId xmlns:a16="http://schemas.microsoft.com/office/drawing/2014/main" id="{B0511060-6837-4044-B831-2A01625D2CA0}"/>
              </a:ext>
            </a:extLst>
          </p:cNvPr>
          <p:cNvSpPr>
            <a:spLocks noGrp="1" noChangeArrowheads="1"/>
          </p:cNvSpPr>
          <p:nvPr>
            <p:ph type="sldNum"/>
          </p:nvPr>
        </p:nvSpPr>
        <p:spPr bwMode="auto">
          <a:xfrm>
            <a:off x="10135652" y="6172201"/>
            <a:ext cx="989270"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anose="05000000000000000000" pitchFamily="2" charset="2"/>
              <a:buNone/>
              <a:defRPr sz="1100">
                <a:solidFill>
                  <a:srgbClr val="000000"/>
                </a:solidFill>
                <a:latin typeface="Times New Roman" panose="02020603050405020304" pitchFamily="18" charset="0"/>
                <a:ea typeface="DejaVu Sans"/>
                <a:cs typeface="DejaVu Sans"/>
              </a:defRPr>
            </a:lvl1pPr>
          </a:lstStyle>
          <a:p>
            <a:fld id="{C78E6CA4-EC21-4D42-A82E-11346839F9C1}" type="slidenum">
              <a:rPr lang="en-US" altLang="en-US"/>
              <a:pPr/>
              <a:t>‹#›</a:t>
            </a:fld>
            <a:endParaRPr lang="en-US" altLang="en-US"/>
          </a:p>
        </p:txBody>
      </p:sp>
    </p:spTree>
    <p:extLst>
      <p:ext uri="{BB962C8B-B14F-4D97-AF65-F5344CB8AC3E}">
        <p14:creationId xmlns:p14="http://schemas.microsoft.com/office/powerpoint/2010/main" val="3464584841"/>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hf sldNum="0" hdr="0" dt="0"/>
  <p:txStyles>
    <p:titleStyle>
      <a:lvl1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kern="1200">
          <a:solidFill>
            <a:srgbClr val="632E62"/>
          </a:solidFill>
          <a:latin typeface="+mj-lt"/>
          <a:ea typeface="WenQuanYi Micro Hei" charset="0"/>
          <a:cs typeface="+mj-cs"/>
        </a:defRPr>
      </a:lvl1pPr>
      <a:lvl2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2pPr>
      <a:lvl3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3pPr>
      <a:lvl4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4pPr>
      <a:lvl5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5pPr>
      <a:lvl6pPr marL="25146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6pPr>
      <a:lvl7pPr marL="29718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7pPr>
      <a:lvl8pPr marL="34290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8pPr>
      <a:lvl9pPr marL="38862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9pPr>
    </p:titleStyle>
    <p:bodyStyle>
      <a:lvl1pPr marL="342900" indent="-342900" algn="l" defTabSz="457200" rtl="0" eaLnBrk="1" fontAlgn="base" hangingPunct="1">
        <a:lnSpc>
          <a:spcPct val="90000"/>
        </a:lnSpc>
        <a:spcBef>
          <a:spcPts val="1800"/>
        </a:spcBef>
        <a:spcAft>
          <a:spcPct val="0"/>
        </a:spcAft>
        <a:buClr>
          <a:srgbClr val="000000"/>
        </a:buClr>
        <a:buSzPct val="100000"/>
        <a:buFont typeface="Times New Roman" panose="02020603050405020304" pitchFamily="18" charset="0"/>
        <a:buChar char="•"/>
        <a:defRPr sz="2000" kern="1200">
          <a:solidFill>
            <a:srgbClr val="000000"/>
          </a:solidFill>
          <a:latin typeface="+mn-lt"/>
          <a:ea typeface="WenQuanYi Micro Hei" charset="0"/>
          <a:cs typeface="+mn-cs"/>
        </a:defRPr>
      </a:lvl1pPr>
      <a:lvl2pPr marL="742950" indent="-285750" algn="l" defTabSz="457200" rtl="0" eaLnBrk="1" fontAlgn="base" hangingPunct="1">
        <a:lnSpc>
          <a:spcPct val="90000"/>
        </a:lnSpc>
        <a:spcBef>
          <a:spcPts val="800"/>
        </a:spcBef>
        <a:spcAft>
          <a:spcPct val="0"/>
        </a:spcAft>
        <a:buClr>
          <a:srgbClr val="000000"/>
        </a:buClr>
        <a:buSzPct val="100000"/>
        <a:buFont typeface="Times New Roman" panose="02020603050405020304" pitchFamily="18" charset="0"/>
        <a:buChar char="–"/>
        <a:defRPr sz="2800" kern="1200">
          <a:solidFill>
            <a:srgbClr val="000000"/>
          </a:solidFill>
          <a:latin typeface="+mn-lt"/>
          <a:ea typeface="WenQuanYi Micro Hei" charset="0"/>
          <a:cs typeface="+mn-cs"/>
        </a:defRPr>
      </a:lvl2pPr>
      <a:lvl3pPr marL="11430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600" kern="1200">
          <a:solidFill>
            <a:srgbClr val="000000"/>
          </a:solidFill>
          <a:latin typeface="+mn-lt"/>
          <a:ea typeface="WenQuanYi Micro Hei" charset="0"/>
          <a:cs typeface="+mn-cs"/>
        </a:defRPr>
      </a:lvl3pPr>
      <a:lvl4pPr marL="16002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4pPr>
      <a:lvl5pPr marL="20574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recfaces.com/articles/how-facial-recognition-works" TargetMode="Externa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cloud.google.com/discover/what-is-unsupervised-learning" TargetMode="External"/><Relationship Id="rId2" Type="http://schemas.openxmlformats.org/officeDocument/2006/relationships/hyperlink" Target="https://cloud.google.com/learn/what-is-machine-learning" TargetMode="Externa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hyperlink" Target="https://www.ibm.com/consulting/analytics" TargetMode="External"/><Relationship Id="rId2" Type="http://schemas.openxmlformats.org/officeDocument/2006/relationships/hyperlink" Target="https://www.ibm.com/topics/machine-learning" TargetMode="Externa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hyperlink" Target="https://www.geeksforgeeks.org/machine-learning/" TargetMode="Externa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1">
            <a:extLst>
              <a:ext uri="{FF2B5EF4-FFF2-40B4-BE49-F238E27FC236}">
                <a16:creationId xmlns:a16="http://schemas.microsoft.com/office/drawing/2014/main" id="{21542D64-05CB-DEDC-20A4-905DC91F48AE}"/>
              </a:ext>
            </a:extLst>
          </p:cNvPr>
          <p:cNvSpPr txBox="1">
            <a:spLocks noChangeArrowheads="1"/>
          </p:cNvSpPr>
          <p:nvPr/>
        </p:nvSpPr>
        <p:spPr bwMode="auto">
          <a:xfrm>
            <a:off x="1524001" y="533400"/>
            <a:ext cx="960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entury Gothic" panose="020B0502020202020204" pitchFamily="34" charset="0"/>
                <a:ea typeface="WenQuanYi Micro Hei"/>
                <a:cs typeface="WenQuanYi Micro Hei"/>
              </a:defRPr>
            </a:lvl1pPr>
            <a:lvl2pPr>
              <a:lnSpc>
                <a:spcPct val="90000"/>
              </a:lnSpc>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entury Gothic" panose="020B0502020202020204" pitchFamily="34" charset="0"/>
                <a:ea typeface="WenQuanYi Micro Hei"/>
                <a:cs typeface="WenQuanYi Micro Hei"/>
              </a:defRPr>
            </a:lvl2pPr>
            <a:lvl3pPr>
              <a:lnSpc>
                <a:spcPct val="90000"/>
              </a:lnSpc>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00"/>
                </a:solidFill>
                <a:latin typeface="Century Gothic" panose="020B0502020202020204" pitchFamily="34" charset="0"/>
                <a:ea typeface="WenQuanYi Micro Hei"/>
                <a:cs typeface="WenQuanYi Micro Hei"/>
              </a:defRPr>
            </a:lvl3pPr>
            <a:lvl4pPr>
              <a:lnSpc>
                <a:spcPct val="90000"/>
              </a:lnSpc>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4pPr>
            <a:lvl5pPr>
              <a:lnSpc>
                <a:spcPct val="90000"/>
              </a:lnSpc>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5pPr>
            <a:lvl6pPr marL="2514600" indent="-228600" defTabSz="457200" eaLnBrk="0" fontAlgn="base" hangingPunct="0">
              <a:lnSpc>
                <a:spcPct val="90000"/>
              </a:lnSpc>
              <a:spcBef>
                <a:spcPts val="6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6pPr>
            <a:lvl7pPr marL="2971800" indent="-228600" defTabSz="457200" eaLnBrk="0" fontAlgn="base" hangingPunct="0">
              <a:lnSpc>
                <a:spcPct val="90000"/>
              </a:lnSpc>
              <a:spcBef>
                <a:spcPts val="6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7pPr>
            <a:lvl8pPr marL="3429000" indent="-228600" defTabSz="457200" eaLnBrk="0" fontAlgn="base" hangingPunct="0">
              <a:lnSpc>
                <a:spcPct val="90000"/>
              </a:lnSpc>
              <a:spcBef>
                <a:spcPts val="6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8pPr>
            <a:lvl9pPr marL="3886200" indent="-228600" defTabSz="457200" eaLnBrk="0" fontAlgn="base" hangingPunct="0">
              <a:lnSpc>
                <a:spcPct val="90000"/>
              </a:lnSpc>
              <a:spcBef>
                <a:spcPts val="6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9pPr>
          </a:lstStyle>
          <a:p>
            <a:pPr eaLnBrk="1" hangingPunct="1">
              <a:spcBef>
                <a:spcPct val="0"/>
              </a:spcBef>
              <a:buClrTx/>
              <a:buFontTx/>
              <a:buNone/>
            </a:pPr>
            <a:endParaRPr lang="en-US" altLang="en-US" sz="3200">
              <a:solidFill>
                <a:srgbClr val="632E62"/>
              </a:solidFill>
              <a:latin typeface="Arial" panose="020B0604020202020204" pitchFamily="34" charset="0"/>
              <a:cs typeface="Arial" panose="020B0604020202020204" pitchFamily="34" charset="0"/>
            </a:endParaRPr>
          </a:p>
        </p:txBody>
      </p:sp>
      <p:sp>
        <p:nvSpPr>
          <p:cNvPr id="10243" name="Text Box 2">
            <a:extLst>
              <a:ext uri="{FF2B5EF4-FFF2-40B4-BE49-F238E27FC236}">
                <a16:creationId xmlns:a16="http://schemas.microsoft.com/office/drawing/2014/main" id="{21657D05-8810-B589-8EB8-C40D9C3A7B3B}"/>
              </a:ext>
            </a:extLst>
          </p:cNvPr>
          <p:cNvSpPr txBox="1">
            <a:spLocks noChangeArrowheads="1"/>
          </p:cNvSpPr>
          <p:nvPr/>
        </p:nvSpPr>
        <p:spPr bwMode="auto">
          <a:xfrm>
            <a:off x="762001" y="1066800"/>
            <a:ext cx="10363200" cy="5791200"/>
          </a:xfrm>
          <a:prstGeom prst="rect">
            <a:avLst/>
          </a:prstGeom>
          <a:noFill/>
          <a:ln w="9525">
            <a:noFill/>
            <a:miter lim="800000"/>
            <a:headEnd/>
            <a:tailEnd/>
          </a:ln>
        </p:spPr>
        <p:txBody>
          <a:bodyPr/>
          <a:lstStyle/>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800" b="1" dirty="0">
                <a:solidFill>
                  <a:srgbClr val="002060"/>
                </a:solidFill>
                <a:latin typeface="Times New Roman" pitchFamily="18" charset="0"/>
                <a:cs typeface="Times New Roman" pitchFamily="18" charset="0"/>
              </a:rPr>
              <a:t>Presentation</a:t>
            </a: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1600" b="1" dirty="0">
                <a:solidFill>
                  <a:srgbClr val="002060"/>
                </a:solidFill>
                <a:latin typeface="Times New Roman" pitchFamily="18" charset="0"/>
                <a:cs typeface="Times New Roman" pitchFamily="18" charset="0"/>
              </a:rPr>
              <a:t>     On 	</a:t>
            </a: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800" b="1" dirty="0">
                <a:solidFill>
                  <a:schemeClr val="tx1"/>
                </a:solidFill>
                <a:latin typeface="Times New Roman" pitchFamily="18" charset="0"/>
                <a:cs typeface="Times New Roman" pitchFamily="18" charset="0"/>
              </a:rPr>
              <a:t>Emotion Detection using Machine Learning</a:t>
            </a: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1600" b="1" dirty="0">
                <a:solidFill>
                  <a:schemeClr val="tx1"/>
                </a:solidFill>
                <a:latin typeface="Times New Roman" pitchFamily="18" charset="0"/>
                <a:cs typeface="Times New Roman" pitchFamily="18" charset="0"/>
              </a:rPr>
              <a:t>Bachelor of Technology </a:t>
            </a: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1600" b="1" dirty="0">
                <a:solidFill>
                  <a:schemeClr val="tx1"/>
                </a:solidFill>
                <a:latin typeface="Times New Roman" pitchFamily="18" charset="0"/>
                <a:cs typeface="Times New Roman" pitchFamily="18" charset="0"/>
              </a:rPr>
              <a:t>In </a:t>
            </a: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1600" b="1" dirty="0">
                <a:solidFill>
                  <a:schemeClr val="tx1"/>
                </a:solidFill>
                <a:latin typeface="Times New Roman" pitchFamily="18" charset="0"/>
                <a:cs typeface="Times New Roman" pitchFamily="18" charset="0"/>
              </a:rPr>
              <a:t>Information Technology</a:t>
            </a: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400" b="1" dirty="0">
                <a:solidFill>
                  <a:srgbClr val="002060"/>
                </a:solidFill>
                <a:latin typeface="Times New Roman" pitchFamily="18" charset="0"/>
                <a:cs typeface="Times New Roman" pitchFamily="18" charset="0"/>
              </a:rPr>
              <a:t>Dr. A.P.J. Abdul </a:t>
            </a:r>
            <a:r>
              <a:rPr lang="en-US" altLang="en-US" sz="2400" b="1" dirty="0" err="1">
                <a:solidFill>
                  <a:srgbClr val="002060"/>
                </a:solidFill>
                <a:latin typeface="Times New Roman" pitchFamily="18" charset="0"/>
                <a:cs typeface="Times New Roman" pitchFamily="18" charset="0"/>
              </a:rPr>
              <a:t>Kalam</a:t>
            </a:r>
            <a:r>
              <a:rPr lang="en-US" altLang="en-US" sz="2400" b="1" dirty="0">
                <a:solidFill>
                  <a:srgbClr val="002060"/>
                </a:solidFill>
                <a:latin typeface="Times New Roman" pitchFamily="18" charset="0"/>
                <a:cs typeface="Times New Roman" pitchFamily="18" charset="0"/>
              </a:rPr>
              <a:t> Technical University , </a:t>
            </a:r>
            <a:r>
              <a:rPr lang="en-US" altLang="en-US" sz="2400" b="1" dirty="0" err="1">
                <a:solidFill>
                  <a:srgbClr val="002060"/>
                </a:solidFill>
                <a:latin typeface="Times New Roman" pitchFamily="18" charset="0"/>
                <a:cs typeface="Times New Roman" pitchFamily="18" charset="0"/>
              </a:rPr>
              <a:t>Lucknow</a:t>
            </a:r>
            <a:r>
              <a:rPr lang="en-US" altLang="en-US" sz="2400" b="1" dirty="0">
                <a:solidFill>
                  <a:srgbClr val="002060"/>
                </a:solidFill>
                <a:latin typeface="Times New Roman" pitchFamily="18" charset="0"/>
                <a:cs typeface="Times New Roman" pitchFamily="18" charset="0"/>
              </a:rPr>
              <a:t> (Uttar Pradesh) </a:t>
            </a:r>
          </a:p>
          <a:p>
            <a:pPr marL="222250" indent="-222250"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400" b="1" dirty="0">
                <a:solidFill>
                  <a:schemeClr val="accent4">
                    <a:lumMod val="85000"/>
                    <a:lumOff val="15000"/>
                  </a:schemeClr>
                </a:solidFill>
                <a:latin typeface="Times New Roman" pitchFamily="18" charset="0"/>
                <a:cs typeface="Times New Roman" pitchFamily="18" charset="0"/>
              </a:rPr>
              <a:t>Group Member’s</a:t>
            </a:r>
          </a:p>
          <a:p>
            <a:pPr marL="222250" indent="-222250"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1600" b="1" dirty="0">
                <a:solidFill>
                  <a:srgbClr val="C00000"/>
                </a:solidFill>
                <a:latin typeface="Times New Roman" pitchFamily="18" charset="0"/>
                <a:cs typeface="Times New Roman" pitchFamily="18" charset="0"/>
              </a:rPr>
              <a:t>	</a:t>
            </a:r>
            <a:r>
              <a:rPr lang="en-US" altLang="en-US" sz="1600" b="1" dirty="0">
                <a:solidFill>
                  <a:schemeClr val="tx1"/>
                </a:solidFill>
                <a:latin typeface="Times New Roman" pitchFamily="18" charset="0"/>
                <a:cs typeface="Times New Roman" pitchFamily="18" charset="0"/>
              </a:rPr>
              <a:t>							                      </a:t>
            </a:r>
            <a:r>
              <a:rPr lang="en-US" altLang="en-US" sz="2000" b="1" dirty="0">
                <a:solidFill>
                  <a:srgbClr val="C00000"/>
                </a:solidFill>
                <a:latin typeface="Times New Roman" pitchFamily="18" charset="0"/>
                <a:cs typeface="Times New Roman" pitchFamily="18" charset="0"/>
              </a:rPr>
              <a:t>Under the Supervision</a:t>
            </a:r>
          </a:p>
          <a:p>
            <a:pPr marL="222250" indent="-222250"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000" dirty="0">
                <a:solidFill>
                  <a:schemeClr val="tx1"/>
                </a:solidFill>
                <a:latin typeface="Times New Roman" pitchFamily="18" charset="0"/>
                <a:cs typeface="Times New Roman" pitchFamily="18" charset="0"/>
              </a:rPr>
              <a:t>							                                Rajeev Kumar </a:t>
            </a:r>
          </a:p>
          <a:p>
            <a:pPr marL="222250" indent="-222250"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000" dirty="0">
                <a:solidFill>
                  <a:schemeClr val="tx1"/>
                </a:solidFill>
                <a:latin typeface="Times New Roman" pitchFamily="18" charset="0"/>
                <a:cs typeface="Times New Roman" pitchFamily="18" charset="0"/>
              </a:rPr>
              <a:t>                                                                                                                       (</a:t>
            </a:r>
            <a:r>
              <a:rPr lang="en-US" altLang="en-US" sz="2000" dirty="0" err="1">
                <a:solidFill>
                  <a:schemeClr val="tx1"/>
                </a:solidFill>
                <a:latin typeface="Times New Roman" pitchFamily="18" charset="0"/>
                <a:cs typeface="Times New Roman" pitchFamily="18" charset="0"/>
              </a:rPr>
              <a:t>Asst.Professor</a:t>
            </a:r>
            <a:r>
              <a:rPr lang="en-US" altLang="en-US" sz="2000" dirty="0">
                <a:solidFill>
                  <a:schemeClr val="tx1"/>
                </a:solidFill>
                <a:latin typeface="Times New Roman" pitchFamily="18" charset="0"/>
                <a:cs typeface="Times New Roman" pitchFamily="18" charset="0"/>
              </a:rPr>
              <a:t>)</a:t>
            </a:r>
            <a:endParaRPr lang="en-US" altLang="en-US" sz="2000" b="1" dirty="0">
              <a:solidFill>
                <a:srgbClr val="C00000"/>
              </a:solidFill>
              <a:latin typeface="Times New Roman" pitchFamily="18" charset="0"/>
              <a:cs typeface="Times New Roman" pitchFamily="18" charset="0"/>
            </a:endParaRPr>
          </a:p>
          <a:p>
            <a:pPr marL="222250" indent="-222250"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1600" dirty="0">
                <a:solidFill>
                  <a:schemeClr val="tx1"/>
                </a:solidFill>
                <a:latin typeface="Times New Roman" pitchFamily="18" charset="0"/>
                <a:cs typeface="Times New Roman" pitchFamily="18" charset="0"/>
              </a:rPr>
              <a:t>	</a:t>
            </a:r>
            <a:r>
              <a:rPr lang="en-US" altLang="en-US" sz="1600" b="1" dirty="0">
                <a:solidFill>
                  <a:schemeClr val="tx1"/>
                </a:solidFill>
                <a:latin typeface="Times New Roman" pitchFamily="18" charset="0"/>
                <a:cs typeface="Times New Roman" pitchFamily="18" charset="0"/>
              </a:rPr>
              <a:t>																</a:t>
            </a:r>
          </a:p>
          <a:p>
            <a:pPr marL="222250" indent="-222250"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p:txBody>
      </p:sp>
      <p:pic>
        <p:nvPicPr>
          <p:cNvPr id="3076" name="Picture 3">
            <a:extLst>
              <a:ext uri="{FF2B5EF4-FFF2-40B4-BE49-F238E27FC236}">
                <a16:creationId xmlns:a16="http://schemas.microsoft.com/office/drawing/2014/main" id="{70445474-3A5C-7777-AC01-112C9B2813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7401" y="304800"/>
            <a:ext cx="1778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4" descr="https://aktu.ac.in/images/uptu_logo.png">
            <a:extLst>
              <a:ext uri="{FF2B5EF4-FFF2-40B4-BE49-F238E27FC236}">
                <a16:creationId xmlns:a16="http://schemas.microsoft.com/office/drawing/2014/main" id="{8EED303A-4238-CF9F-3EDA-FD90F83C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1" y="3352800"/>
            <a:ext cx="1371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Table 6">
            <a:extLst>
              <a:ext uri="{FF2B5EF4-FFF2-40B4-BE49-F238E27FC236}">
                <a16:creationId xmlns:a16="http://schemas.microsoft.com/office/drawing/2014/main" id="{7BA00C71-6670-6BC7-8B5F-A3FA01CF9C3A}"/>
              </a:ext>
            </a:extLst>
          </p:cNvPr>
          <p:cNvGraphicFramePr>
            <a:graphicFrameLocks noGrp="1"/>
          </p:cNvGraphicFramePr>
          <p:nvPr/>
        </p:nvGraphicFramePr>
        <p:xfrm>
          <a:off x="762001" y="4754564"/>
          <a:ext cx="7239000" cy="1993963"/>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531195">
                <a:tc>
                  <a:txBody>
                    <a:bodyPr/>
                    <a:lstStyle/>
                    <a:p>
                      <a:r>
                        <a:rPr lang="en-US" altLang="en-US" sz="1600" b="1" dirty="0">
                          <a:solidFill>
                            <a:srgbClr val="C00000"/>
                          </a:solidFill>
                          <a:latin typeface="Times New Roman" pitchFamily="18" charset="0"/>
                          <a:cs typeface="Times New Roman" pitchFamily="18" charset="0"/>
                        </a:rPr>
                        <a:t>Roll Number </a:t>
                      </a:r>
                      <a:endParaRPr lang="en-US" sz="1600" dirty="0">
                        <a:solidFill>
                          <a:srgbClr val="C00000"/>
                        </a:solidFill>
                      </a:endParaRPr>
                    </a:p>
                  </a:txBody>
                  <a:tcPr marT="45686" marB="45686"/>
                </a:tc>
                <a:tc>
                  <a:txBody>
                    <a:bodyPr/>
                    <a:lstStyle/>
                    <a:p>
                      <a:r>
                        <a:rPr lang="en-US" sz="1600" dirty="0">
                          <a:solidFill>
                            <a:srgbClr val="C00000"/>
                          </a:solidFill>
                        </a:rPr>
                        <a:t>Student Name</a:t>
                      </a:r>
                    </a:p>
                  </a:txBody>
                  <a:tcPr marT="45686" marB="45686"/>
                </a:tc>
                <a:tc>
                  <a:txBody>
                    <a:bodyPr/>
                    <a:lstStyle/>
                    <a:p>
                      <a:r>
                        <a:rPr lang="en-US" sz="1600" dirty="0">
                          <a:solidFill>
                            <a:srgbClr val="C00000"/>
                          </a:solidFill>
                        </a:rPr>
                        <a:t>Role</a:t>
                      </a:r>
                      <a:r>
                        <a:rPr lang="en-US" sz="1600" baseline="0" dirty="0">
                          <a:solidFill>
                            <a:srgbClr val="C00000"/>
                          </a:solidFill>
                        </a:rPr>
                        <a:t> &amp; Responsibilities</a:t>
                      </a:r>
                      <a:endParaRPr lang="en-US" sz="1600" dirty="0">
                        <a:solidFill>
                          <a:srgbClr val="C00000"/>
                        </a:solidFill>
                      </a:endParaRPr>
                    </a:p>
                  </a:txBody>
                  <a:tcPr marT="45686" marB="45686"/>
                </a:tc>
                <a:extLst>
                  <a:ext uri="{0D108BD9-81ED-4DB2-BD59-A6C34878D82A}">
                    <a16:rowId xmlns:a16="http://schemas.microsoft.com/office/drawing/2014/main" val="10000"/>
                  </a:ext>
                </a:extLst>
              </a:tr>
              <a:tr h="365676">
                <a:tc>
                  <a:txBody>
                    <a:bodyPr/>
                    <a:lstStyle/>
                    <a:p>
                      <a:pPr algn="l"/>
                      <a:r>
                        <a:rPr lang="en-US" sz="1800" dirty="0"/>
                        <a:t>2001330130019</a:t>
                      </a:r>
                    </a:p>
                  </a:txBody>
                  <a:tcPr marT="45686" marB="45686"/>
                </a:tc>
                <a:tc>
                  <a:txBody>
                    <a:bodyPr/>
                    <a:lstStyle/>
                    <a:p>
                      <a:pPr algn="l"/>
                      <a:r>
                        <a:rPr lang="en-US" sz="1800" dirty="0"/>
                        <a:t>Amar Kumar Dubey</a:t>
                      </a:r>
                    </a:p>
                  </a:txBody>
                  <a:tcPr marT="45686" marB="45686"/>
                </a:tc>
                <a:tc>
                  <a:txBody>
                    <a:bodyPr/>
                    <a:lstStyle/>
                    <a:p>
                      <a:pPr algn="l"/>
                      <a:endParaRPr lang="en-US" sz="1800" dirty="0"/>
                    </a:p>
                  </a:txBody>
                  <a:tcPr marT="45686" marB="45686"/>
                </a:tc>
                <a:extLst>
                  <a:ext uri="{0D108BD9-81ED-4DB2-BD59-A6C34878D82A}">
                    <a16:rowId xmlns:a16="http://schemas.microsoft.com/office/drawing/2014/main" val="10001"/>
                  </a:ext>
                </a:extLst>
              </a:tr>
              <a:tr h="365676">
                <a:tc>
                  <a:txBody>
                    <a:bodyPr/>
                    <a:lstStyle/>
                    <a:p>
                      <a:pPr algn="l"/>
                      <a:r>
                        <a:rPr lang="en-US" sz="1800" dirty="0"/>
                        <a:t>2001330130057</a:t>
                      </a:r>
                    </a:p>
                  </a:txBody>
                  <a:tcPr marT="45686" marB="45686"/>
                </a:tc>
                <a:tc>
                  <a:txBody>
                    <a:bodyPr/>
                    <a:lstStyle/>
                    <a:p>
                      <a:pPr algn="l"/>
                      <a:r>
                        <a:rPr lang="en-US" sz="1800" dirty="0"/>
                        <a:t>Daksh Singh </a:t>
                      </a:r>
                    </a:p>
                  </a:txBody>
                  <a:tcPr marT="45686" marB="45686"/>
                </a:tc>
                <a:tc>
                  <a:txBody>
                    <a:bodyPr/>
                    <a:lstStyle/>
                    <a:p>
                      <a:pPr algn="l"/>
                      <a:endParaRPr lang="en-US" sz="1800" dirty="0"/>
                    </a:p>
                  </a:txBody>
                  <a:tcPr marT="45686" marB="45686"/>
                </a:tc>
                <a:extLst>
                  <a:ext uri="{0D108BD9-81ED-4DB2-BD59-A6C34878D82A}">
                    <a16:rowId xmlns:a16="http://schemas.microsoft.com/office/drawing/2014/main" val="10002"/>
                  </a:ext>
                </a:extLst>
              </a:tr>
              <a:tr h="365676">
                <a:tc>
                  <a:txBody>
                    <a:bodyPr/>
                    <a:lstStyle/>
                    <a:p>
                      <a:pPr algn="l"/>
                      <a:r>
                        <a:rPr lang="en-US" sz="1800" dirty="0"/>
                        <a:t>2001330130057</a:t>
                      </a:r>
                    </a:p>
                  </a:txBody>
                  <a:tcPr marT="45686" marB="45686"/>
                </a:tc>
                <a:tc>
                  <a:txBody>
                    <a:bodyPr/>
                    <a:lstStyle/>
                    <a:p>
                      <a:pPr algn="l"/>
                      <a:r>
                        <a:rPr lang="en-US" sz="1800" dirty="0" err="1"/>
                        <a:t>Devansh</a:t>
                      </a:r>
                      <a:r>
                        <a:rPr lang="en-US" sz="1800" dirty="0"/>
                        <a:t> Pandey</a:t>
                      </a:r>
                    </a:p>
                  </a:txBody>
                  <a:tcPr marT="45686" marB="45686"/>
                </a:tc>
                <a:tc>
                  <a:txBody>
                    <a:bodyPr/>
                    <a:lstStyle/>
                    <a:p>
                      <a:pPr algn="l"/>
                      <a:endParaRPr lang="en-US" sz="1800" dirty="0"/>
                    </a:p>
                  </a:txBody>
                  <a:tcPr marT="45686" marB="45686"/>
                </a:tc>
                <a:extLst>
                  <a:ext uri="{0D108BD9-81ED-4DB2-BD59-A6C34878D82A}">
                    <a16:rowId xmlns:a16="http://schemas.microsoft.com/office/drawing/2014/main" val="10003"/>
                  </a:ext>
                </a:extLst>
              </a:tr>
              <a:tr h="365676">
                <a:tc>
                  <a:txBody>
                    <a:bodyPr/>
                    <a:lstStyle/>
                    <a:p>
                      <a:pPr algn="l"/>
                      <a:endParaRPr lang="en-US" sz="1800" dirty="0"/>
                    </a:p>
                  </a:txBody>
                  <a:tcPr marT="45686" marB="45686"/>
                </a:tc>
                <a:tc>
                  <a:txBody>
                    <a:bodyPr/>
                    <a:lstStyle/>
                    <a:p>
                      <a:pPr algn="l"/>
                      <a:endParaRPr lang="en-US" sz="1800" dirty="0"/>
                    </a:p>
                  </a:txBody>
                  <a:tcPr marT="45686" marB="45686"/>
                </a:tc>
                <a:tc>
                  <a:txBody>
                    <a:bodyPr/>
                    <a:lstStyle/>
                    <a:p>
                      <a:pPr algn="l"/>
                      <a:endParaRPr lang="en-US" sz="1800" dirty="0"/>
                    </a:p>
                  </a:txBody>
                  <a:tcPr marT="45686" marB="45686"/>
                </a:tc>
                <a:extLst>
                  <a:ext uri="{0D108BD9-81ED-4DB2-BD59-A6C34878D82A}">
                    <a16:rowId xmlns:a16="http://schemas.microsoft.com/office/drawing/2014/main" val="10004"/>
                  </a:ext>
                </a:extLst>
              </a:tr>
            </a:tbl>
          </a:graphicData>
        </a:graphic>
      </p:graphicFrame>
      <p:pic>
        <p:nvPicPr>
          <p:cNvPr id="3104" name="Picture 6">
            <a:extLst>
              <a:ext uri="{FF2B5EF4-FFF2-40B4-BE49-F238E27FC236}">
                <a16:creationId xmlns:a16="http://schemas.microsoft.com/office/drawing/2014/main" id="{064A0ED9-B552-5CB8-7ECC-2AC05E7B22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1" y="381001"/>
            <a:ext cx="118745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1">
            <a:extLst>
              <a:ext uri="{FF2B5EF4-FFF2-40B4-BE49-F238E27FC236}">
                <a16:creationId xmlns:a16="http://schemas.microsoft.com/office/drawing/2014/main" id="{4F734942-F6F6-AEF7-FB4F-3C340FB4DD65}"/>
              </a:ext>
            </a:extLst>
          </p:cNvPr>
          <p:cNvSpPr txBox="1">
            <a:spLocks noChangeArrowheads="1"/>
          </p:cNvSpPr>
          <p:nvPr/>
        </p:nvSpPr>
        <p:spPr bwMode="auto">
          <a:xfrm>
            <a:off x="1524001" y="533400"/>
            <a:ext cx="960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entury Gothic" panose="020B0502020202020204" pitchFamily="34" charset="0"/>
                <a:ea typeface="WenQuanYi Micro Hei"/>
                <a:cs typeface="WenQuanYi Micro Hei"/>
              </a:defRPr>
            </a:lvl1pPr>
            <a:lvl2pPr>
              <a:lnSpc>
                <a:spcPct val="90000"/>
              </a:lnSpc>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entury Gothic" panose="020B0502020202020204" pitchFamily="34" charset="0"/>
                <a:ea typeface="WenQuanYi Micro Hei"/>
                <a:cs typeface="WenQuanYi Micro Hei"/>
              </a:defRPr>
            </a:lvl2pPr>
            <a:lvl3pPr>
              <a:lnSpc>
                <a:spcPct val="90000"/>
              </a:lnSpc>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00"/>
                </a:solidFill>
                <a:latin typeface="Century Gothic" panose="020B0502020202020204" pitchFamily="34" charset="0"/>
                <a:ea typeface="WenQuanYi Micro Hei"/>
                <a:cs typeface="WenQuanYi Micro Hei"/>
              </a:defRPr>
            </a:lvl3pPr>
            <a:lvl4pPr>
              <a:lnSpc>
                <a:spcPct val="90000"/>
              </a:lnSpc>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4pPr>
            <a:lvl5pPr>
              <a:lnSpc>
                <a:spcPct val="90000"/>
              </a:lnSpc>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5pPr>
            <a:lvl6pPr marL="2514600" indent="-228600" defTabSz="457200" eaLnBrk="0" fontAlgn="base" hangingPunct="0">
              <a:lnSpc>
                <a:spcPct val="90000"/>
              </a:lnSpc>
              <a:spcBef>
                <a:spcPts val="6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6pPr>
            <a:lvl7pPr marL="2971800" indent="-228600" defTabSz="457200" eaLnBrk="0" fontAlgn="base" hangingPunct="0">
              <a:lnSpc>
                <a:spcPct val="90000"/>
              </a:lnSpc>
              <a:spcBef>
                <a:spcPts val="6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7pPr>
            <a:lvl8pPr marL="3429000" indent="-228600" defTabSz="457200" eaLnBrk="0" fontAlgn="base" hangingPunct="0">
              <a:lnSpc>
                <a:spcPct val="90000"/>
              </a:lnSpc>
              <a:spcBef>
                <a:spcPts val="6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8pPr>
            <a:lvl9pPr marL="3886200" indent="-228600" defTabSz="457200" eaLnBrk="0" fontAlgn="base" hangingPunct="0">
              <a:lnSpc>
                <a:spcPct val="90000"/>
              </a:lnSpc>
              <a:spcBef>
                <a:spcPts val="6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9pPr>
          </a:lstStyle>
          <a:p>
            <a:pPr eaLnBrk="1" hangingPunct="1">
              <a:spcBef>
                <a:spcPct val="0"/>
              </a:spcBef>
              <a:buClrTx/>
              <a:buFontTx/>
              <a:buNone/>
            </a:pPr>
            <a:endParaRPr lang="en-US" altLang="en-US" sz="3200">
              <a:solidFill>
                <a:srgbClr val="632E62"/>
              </a:solidFill>
              <a:latin typeface="Arial" panose="020B0604020202020204" pitchFamily="34" charset="0"/>
              <a:cs typeface="Arial" panose="020B0604020202020204" pitchFamily="34" charset="0"/>
            </a:endParaRPr>
          </a:p>
        </p:txBody>
      </p:sp>
      <p:sp>
        <p:nvSpPr>
          <p:cNvPr id="11267" name="Text Box 2">
            <a:extLst>
              <a:ext uri="{FF2B5EF4-FFF2-40B4-BE49-F238E27FC236}">
                <a16:creationId xmlns:a16="http://schemas.microsoft.com/office/drawing/2014/main" id="{58A41E29-6C8E-15A4-706E-809CD60F98A3}"/>
              </a:ext>
            </a:extLst>
          </p:cNvPr>
          <p:cNvSpPr txBox="1">
            <a:spLocks noChangeArrowheads="1"/>
          </p:cNvSpPr>
          <p:nvPr/>
        </p:nvSpPr>
        <p:spPr bwMode="auto">
          <a:xfrm>
            <a:off x="1381127" y="1219200"/>
            <a:ext cx="9744075" cy="5105400"/>
          </a:xfrm>
          <a:prstGeom prst="rect">
            <a:avLst/>
          </a:prstGeom>
          <a:noFill/>
          <a:ln>
            <a:noFill/>
          </a:ln>
        </p:spPr>
        <p:txBody>
          <a:bodyPr/>
          <a:lstStyle>
            <a:lvl1pPr marL="222250" indent="-222250"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Century Gothic" panose="020B0502020202020204" pitchFamily="34" charset="0"/>
                <a:ea typeface="WenQuanYi Micro Hei"/>
                <a:cs typeface="WenQuanYi Micro Hei"/>
              </a:defRPr>
            </a:lvl1pPr>
            <a:lvl2pPr marL="965200" indent="-222250"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Century Gothic" panose="020B0502020202020204" pitchFamily="34" charset="0"/>
                <a:ea typeface="WenQuanYi Micro Hei"/>
                <a:cs typeface="WenQuanYi Micro Hei"/>
              </a:defRPr>
            </a:lvl2pPr>
            <a:lvl3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Century Gothic" panose="020B0502020202020204" pitchFamily="34" charset="0"/>
                <a:ea typeface="WenQuanYi Micro Hei"/>
                <a:cs typeface="WenQuanYi Micro Hei"/>
              </a:defRPr>
            </a:lvl3pPr>
            <a:lvl4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Century Gothic" panose="020B0502020202020204" pitchFamily="34" charset="0"/>
                <a:ea typeface="WenQuanYi Micro Hei"/>
                <a:cs typeface="WenQuanYi Micro Hei"/>
              </a:defRPr>
            </a:lvl4pPr>
            <a:lvl5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Century Gothic" panose="020B0502020202020204" pitchFamily="34" charset="0"/>
                <a:ea typeface="WenQuanYi Micro Hei"/>
                <a:cs typeface="WenQuanYi Micro Hei"/>
              </a:defRPr>
            </a:lvl5pPr>
            <a:lvl6pPr marL="2514600" indent="-228600" defTabSz="457200"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Century Gothic" panose="020B0502020202020204" pitchFamily="34" charset="0"/>
                <a:ea typeface="WenQuanYi Micro Hei"/>
                <a:cs typeface="WenQuanYi Micro Hei"/>
              </a:defRPr>
            </a:lvl6pPr>
            <a:lvl7pPr marL="2971800" indent="-228600" defTabSz="457200"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Century Gothic" panose="020B0502020202020204" pitchFamily="34" charset="0"/>
                <a:ea typeface="WenQuanYi Micro Hei"/>
                <a:cs typeface="WenQuanYi Micro Hei"/>
              </a:defRPr>
            </a:lvl7pPr>
            <a:lvl8pPr marL="3429000" indent="-228600" defTabSz="457200"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Century Gothic" panose="020B0502020202020204" pitchFamily="34" charset="0"/>
                <a:ea typeface="WenQuanYi Micro Hei"/>
                <a:cs typeface="WenQuanYi Micro Hei"/>
              </a:defRPr>
            </a:lvl8pPr>
            <a:lvl9pPr marL="3886200" indent="-228600" defTabSz="457200"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Century Gothic" panose="020B0502020202020204" pitchFamily="34" charset="0"/>
                <a:ea typeface="WenQuanYi Micro Hei"/>
                <a:cs typeface="WenQuanYi Micro Hei"/>
              </a:defRPr>
            </a:lvl9pPr>
          </a:lstStyle>
          <a:p>
            <a:pPr eaLnBrk="1" hangingPunct="1">
              <a:lnSpc>
                <a:spcPct val="90000"/>
              </a:lnSpc>
              <a:spcBef>
                <a:spcPts val="1800"/>
              </a:spcBef>
              <a:buClr>
                <a:srgbClr val="9B57D3"/>
              </a:buClr>
              <a:buSzPct val="100000"/>
              <a:defRPr/>
            </a:pPr>
            <a:r>
              <a:rPr lang="en-US" altLang="en-US" sz="2800" b="1" dirty="0">
                <a:solidFill>
                  <a:srgbClr val="0070C0"/>
                </a:solidFill>
                <a:latin typeface="Times New Roman" panose="02020603050405020304" pitchFamily="18" charset="0"/>
                <a:cs typeface="Times New Roman" panose="02020603050405020304" pitchFamily="18" charset="0"/>
              </a:rPr>
              <a:t>	                                   </a:t>
            </a:r>
            <a:r>
              <a:rPr lang="en-US" altLang="en-US" sz="2400" b="1" dirty="0">
                <a:solidFill>
                  <a:schemeClr val="tx1"/>
                </a:solidFill>
                <a:latin typeface="Times New Roman" panose="02020603050405020304" pitchFamily="18" charset="0"/>
                <a:cs typeface="Times New Roman" panose="02020603050405020304" pitchFamily="18" charset="0"/>
              </a:rPr>
              <a:t>Table of Content </a:t>
            </a:r>
          </a:p>
          <a:p>
            <a:pPr eaLnBrk="1" hangingPunct="1">
              <a:buClr>
                <a:srgbClr val="9B57D3"/>
              </a:buClr>
              <a:buSzPct val="100000"/>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buClr>
                <a:srgbClr val="9B57D3"/>
              </a:buClr>
              <a:buSzPct val="100000"/>
              <a:defRPr/>
            </a:pPr>
            <a:r>
              <a:rPr lang="en-US" altLang="en-US" sz="2000" b="1" dirty="0">
                <a:solidFill>
                  <a:srgbClr val="000000"/>
                </a:solidFill>
                <a:latin typeface="Times New Roman" panose="02020603050405020304" pitchFamily="18" charset="0"/>
                <a:cs typeface="Times New Roman" panose="02020603050405020304" pitchFamily="18" charset="0"/>
              </a:rPr>
              <a:t> 1. Project Title</a:t>
            </a:r>
          </a:p>
          <a:p>
            <a:pPr eaLnBrk="1" hangingPunct="1">
              <a:buClr>
                <a:srgbClr val="9B57D3"/>
              </a:buClr>
              <a:buSzPct val="100000"/>
              <a:defRPr/>
            </a:pPr>
            <a:endParaRPr lang="en-US" altLang="en-US" sz="2000" b="1" dirty="0">
              <a:solidFill>
                <a:srgbClr val="000000"/>
              </a:solidFill>
              <a:latin typeface="Times New Roman" panose="02020603050405020304" pitchFamily="18" charset="0"/>
              <a:cs typeface="Times New Roman" panose="02020603050405020304" pitchFamily="18" charset="0"/>
            </a:endParaRPr>
          </a:p>
          <a:p>
            <a:pPr eaLnBrk="1" hangingPunct="1">
              <a:buClr>
                <a:srgbClr val="9B57D3"/>
              </a:buClr>
              <a:buSzPct val="100000"/>
              <a:defRPr/>
            </a:pPr>
            <a:r>
              <a:rPr lang="en-US" altLang="en-US" sz="2000" b="1" dirty="0">
                <a:solidFill>
                  <a:srgbClr val="000000"/>
                </a:solidFill>
                <a:latin typeface="Times New Roman" panose="02020603050405020304" pitchFamily="18" charset="0"/>
                <a:cs typeface="Times New Roman" panose="02020603050405020304" pitchFamily="18" charset="0"/>
              </a:rPr>
              <a:t>2. Introduction</a:t>
            </a:r>
          </a:p>
          <a:p>
            <a:pPr lvl="1" eaLnBrk="1" hangingPunct="1">
              <a:buClr>
                <a:srgbClr val="9B57D3"/>
              </a:buClr>
              <a:buSzPct val="100000"/>
              <a:buFont typeface="Courier New" panose="02070309020205020404" pitchFamily="49" charset="0"/>
              <a:buChar char="o"/>
              <a:defRPr/>
            </a:pPr>
            <a:r>
              <a:rPr lang="en-US" altLang="en-US" sz="2000" dirty="0">
                <a:solidFill>
                  <a:srgbClr val="000000"/>
                </a:solidFill>
                <a:latin typeface="Times New Roman" panose="02020603050405020304" pitchFamily="18" charset="0"/>
                <a:cs typeface="Times New Roman" panose="02020603050405020304" pitchFamily="18" charset="0"/>
              </a:rPr>
              <a:t>Problem Definition.</a:t>
            </a:r>
          </a:p>
          <a:p>
            <a:pPr lvl="1" eaLnBrk="1" hangingPunct="1">
              <a:buClr>
                <a:srgbClr val="9B57D3"/>
              </a:buClr>
              <a:buSzPct val="100000"/>
              <a:buFont typeface="Courier New" panose="02070309020205020404" pitchFamily="49" charset="0"/>
              <a:buChar char="o"/>
              <a:defRPr/>
            </a:pPr>
            <a:r>
              <a:rPr lang="en-US" altLang="en-US" sz="2000" dirty="0">
                <a:solidFill>
                  <a:srgbClr val="000000"/>
                </a:solidFill>
                <a:latin typeface="Times New Roman" panose="02020603050405020304" pitchFamily="18" charset="0"/>
                <a:cs typeface="Times New Roman" panose="02020603050405020304" pitchFamily="18" charset="0"/>
              </a:rPr>
              <a:t>Objectives</a:t>
            </a:r>
          </a:p>
          <a:p>
            <a:pPr lvl="1" eaLnBrk="1" hangingPunct="1">
              <a:buClr>
                <a:srgbClr val="9B57D3"/>
              </a:buClr>
              <a:buSzPct val="100000"/>
              <a:buFont typeface="Courier New" panose="02070309020205020404" pitchFamily="49" charset="0"/>
              <a:buChar char="o"/>
              <a:defRPr/>
            </a:pPr>
            <a:r>
              <a:rPr lang="en-US" altLang="en-US" sz="2000" dirty="0">
                <a:solidFill>
                  <a:srgbClr val="000000"/>
                </a:solidFill>
                <a:latin typeface="Times New Roman" panose="02020603050405020304" pitchFamily="18" charset="0"/>
                <a:cs typeface="Times New Roman" panose="02020603050405020304" pitchFamily="18" charset="0"/>
              </a:rPr>
              <a:t>Feasibility Study, Need and Significance.</a:t>
            </a:r>
          </a:p>
          <a:p>
            <a:pPr marL="742950" lvl="1" indent="0" eaLnBrk="1" hangingPunct="1">
              <a:buClr>
                <a:srgbClr val="9B57D3"/>
              </a:buClr>
              <a:buSzPct val="100000"/>
              <a:defRPr/>
            </a:pPr>
            <a:endParaRPr lang="en-US" altLang="en-US" sz="2000" dirty="0">
              <a:solidFill>
                <a:srgbClr val="000000"/>
              </a:solidFill>
              <a:latin typeface="Times New Roman" panose="02020603050405020304" pitchFamily="18" charset="0"/>
              <a:cs typeface="Times New Roman" panose="02020603050405020304" pitchFamily="18" charset="0"/>
            </a:endParaRPr>
          </a:p>
          <a:p>
            <a:pPr eaLnBrk="1" hangingPunct="1">
              <a:buClr>
                <a:srgbClr val="9B57D3"/>
              </a:buClr>
              <a:buSzPct val="100000"/>
              <a:defRPr/>
            </a:pPr>
            <a:r>
              <a:rPr lang="en-US" altLang="en-US" sz="2000" b="1" dirty="0">
                <a:solidFill>
                  <a:srgbClr val="000000"/>
                </a:solidFill>
                <a:latin typeface="Times New Roman" panose="02020603050405020304" pitchFamily="18" charset="0"/>
                <a:cs typeface="Times New Roman" panose="02020603050405020304" pitchFamily="18" charset="0"/>
              </a:rPr>
              <a:t>3. Literature Survey</a:t>
            </a:r>
          </a:p>
          <a:p>
            <a:pPr lvl="1" eaLnBrk="1" hangingPunct="1">
              <a:buClr>
                <a:srgbClr val="9B57D3"/>
              </a:buClr>
              <a:buSzPct val="100000"/>
              <a:buFont typeface="Courier New" panose="02070309020205020404" pitchFamily="49" charset="0"/>
              <a:buChar char="o"/>
              <a:defRPr/>
            </a:pPr>
            <a:r>
              <a:rPr lang="en-US" altLang="en-US" sz="2000" dirty="0">
                <a:solidFill>
                  <a:srgbClr val="000000"/>
                </a:solidFill>
                <a:latin typeface="Times New Roman" panose="02020603050405020304" pitchFamily="18" charset="0"/>
                <a:cs typeface="Times New Roman" panose="02020603050405020304" pitchFamily="18" charset="0"/>
              </a:rPr>
              <a:t>Existing Theoretical and Methodological contributions to the proposed work.</a:t>
            </a:r>
          </a:p>
          <a:p>
            <a:pPr lvl="1" eaLnBrk="1" hangingPunct="1">
              <a:buClr>
                <a:srgbClr val="9B57D3"/>
              </a:buClr>
              <a:buSzPct val="100000"/>
              <a:buFont typeface="Courier New" panose="02070309020205020404" pitchFamily="49" charset="0"/>
              <a:buChar char="o"/>
              <a:defRPr/>
            </a:pPr>
            <a:r>
              <a:rPr lang="en-US" altLang="en-US" sz="2000" dirty="0">
                <a:solidFill>
                  <a:srgbClr val="000000"/>
                </a:solidFill>
                <a:latin typeface="Times New Roman" panose="02020603050405020304" pitchFamily="18" charset="0"/>
                <a:cs typeface="Times New Roman" panose="02020603050405020304" pitchFamily="18" charset="0"/>
              </a:rPr>
              <a:t>Proposed Methodology in brief </a:t>
            </a:r>
          </a:p>
          <a:p>
            <a:pPr marL="742950" lvl="1" indent="0" eaLnBrk="1" hangingPunct="1">
              <a:buClr>
                <a:srgbClr val="9B57D3"/>
              </a:buClr>
              <a:buSzPct val="100000"/>
              <a:defRPr/>
            </a:pPr>
            <a:endParaRPr lang="en-US" altLang="en-US" sz="2000" b="1" dirty="0">
              <a:solidFill>
                <a:srgbClr val="000000"/>
              </a:solidFill>
              <a:latin typeface="Times New Roman" panose="02020603050405020304" pitchFamily="18" charset="0"/>
              <a:cs typeface="Times New Roman" panose="02020603050405020304" pitchFamily="18" charset="0"/>
            </a:endParaRPr>
          </a:p>
          <a:p>
            <a:pPr lvl="1" eaLnBrk="1" hangingPunct="1">
              <a:buClr>
                <a:srgbClr val="9B57D3"/>
              </a:buClr>
              <a:buSzPct val="100000"/>
              <a:defRPr/>
            </a:pPr>
            <a:endParaRPr lang="en-US" altLang="en-US" sz="2400" dirty="0">
              <a:solidFill>
                <a:srgbClr val="000000"/>
              </a:solidFill>
              <a:latin typeface="Times New Roman" panose="02020603050405020304" pitchFamily="18" charset="0"/>
              <a:cs typeface="Times New Roman" panose="02020603050405020304" pitchFamily="18" charset="0"/>
            </a:endParaRPr>
          </a:p>
        </p:txBody>
      </p:sp>
      <p:pic>
        <p:nvPicPr>
          <p:cNvPr id="5124" name="Picture 3">
            <a:extLst>
              <a:ext uri="{FF2B5EF4-FFF2-40B4-BE49-F238E27FC236}">
                <a16:creationId xmlns:a16="http://schemas.microsoft.com/office/drawing/2014/main" id="{B00FFDE8-1ADD-4CB4-9B0A-BDAA9EEE3D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7801" y="304800"/>
            <a:ext cx="2463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3223CBEB-C637-9F1E-18B1-E1BB6581D90B}"/>
              </a:ext>
            </a:extLst>
          </p:cNvPr>
          <p:cNvSpPr txBox="1">
            <a:spLocks/>
          </p:cNvSpPr>
          <p:nvPr/>
        </p:nvSpPr>
        <p:spPr>
          <a:xfrm>
            <a:off x="3124201" y="381000"/>
            <a:ext cx="6019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Bef>
                <a:spcPts val="0"/>
              </a:spcBef>
              <a:spcAft>
                <a:spcPts val="0"/>
              </a:spcAft>
              <a:defRPr/>
            </a:pPr>
            <a:r>
              <a:rPr lang="en-US" sz="3200" b="1" dirty="0">
                <a:effectLst>
                  <a:outerShdw blurRad="38100" dist="38100" dir="2700000" algn="tl">
                    <a:srgbClr val="000000">
                      <a:alpha val="43137"/>
                    </a:srgbClr>
                  </a:outerShdw>
                </a:effectLst>
              </a:rPr>
              <a:t>Content </a:t>
            </a:r>
          </a:p>
        </p:txBody>
      </p:sp>
      <p:pic>
        <p:nvPicPr>
          <p:cNvPr id="5126" name="Picture 6">
            <a:extLst>
              <a:ext uri="{FF2B5EF4-FFF2-40B4-BE49-F238E27FC236}">
                <a16:creationId xmlns:a16="http://schemas.microsoft.com/office/drawing/2014/main" id="{B5DEF0E4-B99A-A7B5-130E-C2A09BC7BD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1" y="381001"/>
            <a:ext cx="167640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45A44-C7C3-6F98-937E-EF0EE7123FD3}"/>
              </a:ext>
            </a:extLst>
          </p:cNvPr>
          <p:cNvSpPr>
            <a:spLocks noGrp="1"/>
          </p:cNvSpPr>
          <p:nvPr>
            <p:ph type="ctrTitle"/>
          </p:nvPr>
        </p:nvSpPr>
        <p:spPr/>
        <p:txBody>
          <a:bodyPr/>
          <a:lstStyle/>
          <a:p>
            <a:r>
              <a:rPr lang="en-US" b="1" dirty="0"/>
              <a:t>Emotion Detection using Machine Learning</a:t>
            </a:r>
            <a:endParaRPr lang="en-IN" b="1" dirty="0"/>
          </a:p>
        </p:txBody>
      </p:sp>
    </p:spTree>
    <p:extLst>
      <p:ext uri="{BB962C8B-B14F-4D97-AF65-F5344CB8AC3E}">
        <p14:creationId xmlns:p14="http://schemas.microsoft.com/office/powerpoint/2010/main" val="963608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50489-CDBD-7607-218A-D6EC3C16AD2B}"/>
              </a:ext>
            </a:extLst>
          </p:cNvPr>
          <p:cNvSpPr>
            <a:spLocks noGrp="1"/>
          </p:cNvSpPr>
          <p:nvPr>
            <p:ph type="title"/>
          </p:nvPr>
        </p:nvSpPr>
        <p:spPr/>
        <p:txBody>
          <a:bodyPr/>
          <a:lstStyle/>
          <a:p>
            <a:r>
              <a:rPr lang="en-IN"/>
              <a:t>Introduction</a:t>
            </a:r>
          </a:p>
        </p:txBody>
      </p:sp>
      <p:sp>
        <p:nvSpPr>
          <p:cNvPr id="3" name="Text Placeholder 2">
            <a:extLst>
              <a:ext uri="{FF2B5EF4-FFF2-40B4-BE49-F238E27FC236}">
                <a16:creationId xmlns:a16="http://schemas.microsoft.com/office/drawing/2014/main" id="{4E1F4AB2-8172-F694-A92D-DCE1A11C2C1E}"/>
              </a:ext>
            </a:extLst>
          </p:cNvPr>
          <p:cNvSpPr>
            <a:spLocks noGrp="1"/>
          </p:cNvSpPr>
          <p:nvPr>
            <p:ph type="body" idx="1"/>
          </p:nvPr>
        </p:nvSpPr>
        <p:spPr/>
        <p:txBody>
          <a:bodyPr/>
          <a:lstStyle/>
          <a:p>
            <a:pPr algn="just"/>
            <a:r>
              <a:rPr lang="en-US" sz="2400" b="0" i="0" dirty="0">
                <a:solidFill>
                  <a:srgbClr val="0D0D0D"/>
                </a:solidFill>
                <a:effectLst/>
                <a:latin typeface="Times New Roman" panose="02020603050405020304" pitchFamily="18" charset="0"/>
                <a:cs typeface="Times New Roman" panose="02020603050405020304" pitchFamily="18" charset="0"/>
              </a:rPr>
              <a:t>Emotion detection with machine learning is about teaching computers to understand human feelings. First, we gather lots of examples of emotions from things like text, speech, and faces. Then, we use special techniques to help computers learn from these examples, like looking at the words people use or the way their faces look.</a:t>
            </a:r>
          </a:p>
          <a:p>
            <a:pPr algn="just"/>
            <a:r>
              <a:rPr lang="en-US" sz="2400" b="0" i="0" dirty="0">
                <a:solidFill>
                  <a:srgbClr val="0D0D0D"/>
                </a:solidFill>
                <a:effectLst/>
                <a:latin typeface="Times New Roman" panose="02020603050405020304" pitchFamily="18" charset="0"/>
                <a:cs typeface="Times New Roman" panose="02020603050405020304" pitchFamily="18" charset="0"/>
              </a:rPr>
              <a:t>Facial expressions serve as a rich source of emotional information, conveying nuanced cues through muscle movements and facial configurations. Computer vision algorithms are utilized to analyze facial images and detect key facial landmarks, such as eye movements, eyebrow positions, and mouth shapes. These visual cues are then used to infer the underlying emotional states exhibited by individuals.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5480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3">
            <a:extLst>
              <a:ext uri="{FF2B5EF4-FFF2-40B4-BE49-F238E27FC236}">
                <a16:creationId xmlns:a16="http://schemas.microsoft.com/office/drawing/2014/main" id="{A2964DC4-F486-1CFA-9D64-24DCAE1CD3A3}"/>
              </a:ext>
            </a:extLst>
          </p:cNvPr>
          <p:cNvSpPr txBox="1">
            <a:spLocks noChangeArrowheads="1"/>
          </p:cNvSpPr>
          <p:nvPr/>
        </p:nvSpPr>
        <p:spPr bwMode="auto">
          <a:xfrm>
            <a:off x="3038477" y="3109913"/>
            <a:ext cx="61309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a:t>Realtime Computer Vision An Interactive Smart Board Platform</a:t>
            </a:r>
          </a:p>
        </p:txBody>
      </p:sp>
      <p:sp>
        <p:nvSpPr>
          <p:cNvPr id="10243" name="Title 4">
            <a:extLst>
              <a:ext uri="{FF2B5EF4-FFF2-40B4-BE49-F238E27FC236}">
                <a16:creationId xmlns:a16="http://schemas.microsoft.com/office/drawing/2014/main" id="{C810598B-555C-3F8A-3642-2323F70F5D09}"/>
              </a:ext>
            </a:extLst>
          </p:cNvPr>
          <p:cNvSpPr>
            <a:spLocks noGrp="1" noChangeArrowheads="1"/>
          </p:cNvSpPr>
          <p:nvPr>
            <p:ph type="title"/>
          </p:nvPr>
        </p:nvSpPr>
        <p:spPr>
          <a:xfrm>
            <a:off x="4191001" y="609600"/>
            <a:ext cx="3505200" cy="1066800"/>
          </a:xfrm>
        </p:spPr>
        <p:txBody>
          <a:bodyPr/>
          <a:lstStyle/>
          <a:p>
            <a:r>
              <a:rPr lang="en-US" altLang="en-US" dirty="0">
                <a:solidFill>
                  <a:srgbClr val="000000"/>
                </a:solidFill>
                <a:latin typeface="Times New Roman" panose="02020603050405020304" pitchFamily="18" charset="0"/>
                <a:ea typeface="WenQuanYi Micro Hei"/>
                <a:cs typeface="Times New Roman" panose="02020603050405020304" pitchFamily="18" charset="0"/>
              </a:rPr>
              <a:t>Problem Definition</a:t>
            </a:r>
            <a:br>
              <a:rPr lang="en-US" altLang="en-US" dirty="0">
                <a:solidFill>
                  <a:srgbClr val="000000"/>
                </a:solidFill>
                <a:latin typeface="Times New Roman" panose="02020603050405020304" pitchFamily="18" charset="0"/>
                <a:ea typeface="WenQuanYi Micro Hei"/>
                <a:cs typeface="Times New Roman" panose="02020603050405020304" pitchFamily="18" charset="0"/>
              </a:rPr>
            </a:br>
            <a:endParaRPr lang="en-US" altLang="en-US" dirty="0">
              <a:ea typeface="WenQuanYi Micro Hei"/>
            </a:endParaRPr>
          </a:p>
        </p:txBody>
      </p:sp>
      <p:sp>
        <p:nvSpPr>
          <p:cNvPr id="10244" name="Content Placeholder 5">
            <a:extLst>
              <a:ext uri="{FF2B5EF4-FFF2-40B4-BE49-F238E27FC236}">
                <a16:creationId xmlns:a16="http://schemas.microsoft.com/office/drawing/2014/main" id="{3153EC2D-6E20-B46F-85AB-C4590AED3B54}"/>
              </a:ext>
            </a:extLst>
          </p:cNvPr>
          <p:cNvSpPr>
            <a:spLocks noGrp="1" noChangeArrowheads="1"/>
          </p:cNvSpPr>
          <p:nvPr>
            <p:ph idx="1"/>
          </p:nvPr>
        </p:nvSpPr>
        <p:spPr/>
        <p:txBody>
          <a:bodyPr/>
          <a:lstStyle/>
          <a:p>
            <a:pPr algn="just"/>
            <a:r>
              <a:rPr lang="en-US" sz="2400" b="0" i="0" dirty="0">
                <a:solidFill>
                  <a:srgbClr val="0D0D0D"/>
                </a:solidFill>
                <a:effectLst/>
                <a:latin typeface="Times New Roman" panose="02020603050405020304" pitchFamily="18" charset="0"/>
                <a:cs typeface="Times New Roman" panose="02020603050405020304" pitchFamily="18" charset="0"/>
              </a:rPr>
              <a:t>Existing emotion detection systems often struggle to provide accurate and nuanced insights into human emotions. The limitations stem from the reliance on traditional features and modalities, such as text analysis or facial expression recognition alone, restricting the system's ability to capture the complexity of emotional states comprehensively.</a:t>
            </a:r>
          </a:p>
          <a:p>
            <a:pPr algn="just"/>
            <a:r>
              <a:rPr lang="en-US" sz="2400" b="0" i="0" dirty="0">
                <a:solidFill>
                  <a:srgbClr val="0D0D0D"/>
                </a:solidFill>
                <a:effectLst/>
                <a:latin typeface="Times New Roman" panose="02020603050405020304" pitchFamily="18" charset="0"/>
                <a:cs typeface="Times New Roman" panose="02020603050405020304" pitchFamily="18" charset="0"/>
              </a:rPr>
              <a:t>The static nature of these systems limits their adaptability to real-time emotional cues, leading to delayed or inaccurate responses in dynamic environments. Moreover, the lack of multimodal integration hampers the system's capability to contextualize emotions across different input sources, such as text, speech, and facial expressions</a:t>
            </a:r>
            <a:r>
              <a:rPr lang="en-US" altLang="en-US" sz="2400" dirty="0">
                <a:latin typeface="Times New Roman" panose="02020603050405020304" pitchFamily="18" charset="0"/>
                <a:ea typeface="WenQuanYi Micro Hei"/>
                <a:cs typeface="Times New Roman" panose="02020603050405020304" pitchFamily="18"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5BD8AD34-6751-4646-BA35-B0FF54AAD542}"/>
              </a:ext>
            </a:extLst>
          </p:cNvPr>
          <p:cNvSpPr>
            <a:spLocks noGrp="1" noChangeArrowheads="1"/>
          </p:cNvSpPr>
          <p:nvPr>
            <p:ph type="title"/>
          </p:nvPr>
        </p:nvSpPr>
        <p:spPr>
          <a:xfrm>
            <a:off x="4114801" y="533400"/>
            <a:ext cx="2133600" cy="762000"/>
          </a:xfrm>
        </p:spPr>
        <p:txBody>
          <a:bodyPr/>
          <a:lstStyle/>
          <a:p>
            <a:pPr algn="just"/>
            <a:r>
              <a:rPr lang="en-US" altLang="en-US" b="1">
                <a:solidFill>
                  <a:srgbClr val="000000"/>
                </a:solidFill>
                <a:latin typeface="Times New Roman" panose="02020603050405020304" pitchFamily="18" charset="0"/>
                <a:ea typeface="WenQuanYi Micro Hei"/>
                <a:cs typeface="Times New Roman" panose="02020603050405020304" pitchFamily="18" charset="0"/>
              </a:rPr>
              <a:t>Objectives</a:t>
            </a:r>
            <a:endParaRPr lang="en-US" altLang="en-US" b="1">
              <a:ea typeface="WenQuanYi Micro Hei"/>
            </a:endParaRPr>
          </a:p>
        </p:txBody>
      </p:sp>
      <p:sp>
        <p:nvSpPr>
          <p:cNvPr id="11267" name="Content Placeholder 2">
            <a:extLst>
              <a:ext uri="{FF2B5EF4-FFF2-40B4-BE49-F238E27FC236}">
                <a16:creationId xmlns:a16="http://schemas.microsoft.com/office/drawing/2014/main" id="{5AF5DC22-41B9-05D5-7C50-8A0D163C0D7E}"/>
              </a:ext>
            </a:extLst>
          </p:cNvPr>
          <p:cNvSpPr>
            <a:spLocks noGrp="1" noChangeArrowheads="1"/>
          </p:cNvSpPr>
          <p:nvPr>
            <p:ph idx="1"/>
          </p:nvPr>
        </p:nvSpPr>
        <p:spPr>
          <a:xfrm>
            <a:off x="1328075" y="1419624"/>
            <a:ext cx="10191378" cy="4732699"/>
          </a:xfrm>
        </p:spPr>
        <p:txBody>
          <a:bodyPr/>
          <a:lstStyle/>
          <a:p>
            <a:pPr algn="just">
              <a:buFont typeface="+mj-lt"/>
              <a:buAutoNum type="arabicPeriod"/>
            </a:pPr>
            <a:r>
              <a:rPr lang="en-US" sz="2200" b="1" i="0" dirty="0">
                <a:solidFill>
                  <a:srgbClr val="0D0D0D"/>
                </a:solidFill>
                <a:effectLst/>
                <a:latin typeface="Times New Roman" panose="02020603050405020304" pitchFamily="18" charset="0"/>
                <a:cs typeface="Times New Roman" panose="02020603050405020304" pitchFamily="18" charset="0"/>
              </a:rPr>
              <a:t>Assess Feasibility</a:t>
            </a:r>
            <a:r>
              <a:rPr lang="en-US" sz="2200" b="0" i="0" dirty="0">
                <a:solidFill>
                  <a:srgbClr val="0D0D0D"/>
                </a:solidFill>
                <a:effectLst/>
                <a:latin typeface="Times New Roman" panose="02020603050405020304" pitchFamily="18" charset="0"/>
                <a:cs typeface="Times New Roman" panose="02020603050405020304" pitchFamily="18" charset="0"/>
              </a:rPr>
              <a:t>: The primary objective is to evaluate the feasibility of developing an emotion detection system using machine learning techniques. This involves assessing the technical, financial, and operational feasibility to determine if the project is viable and achievable within the available resources and constraints.</a:t>
            </a:r>
          </a:p>
          <a:p>
            <a:pPr algn="just">
              <a:buFont typeface="+mj-lt"/>
              <a:buAutoNum type="arabicPeriod"/>
            </a:pPr>
            <a:r>
              <a:rPr lang="en-US" sz="2200" b="1" i="0" dirty="0">
                <a:solidFill>
                  <a:srgbClr val="0D0D0D"/>
                </a:solidFill>
                <a:effectLst/>
                <a:latin typeface="Times New Roman" panose="02020603050405020304" pitchFamily="18" charset="0"/>
                <a:cs typeface="Times New Roman" panose="02020603050405020304" pitchFamily="18" charset="0"/>
              </a:rPr>
              <a:t>Identify Need</a:t>
            </a:r>
            <a:r>
              <a:rPr lang="en-US" sz="2200" b="0" i="0" dirty="0">
                <a:solidFill>
                  <a:srgbClr val="0D0D0D"/>
                </a:solidFill>
                <a:effectLst/>
                <a:latin typeface="Times New Roman" panose="02020603050405020304" pitchFamily="18" charset="0"/>
                <a:cs typeface="Times New Roman" panose="02020603050405020304" pitchFamily="18" charset="0"/>
              </a:rPr>
              <a:t>: The objective is to identify and articulate the compelling need for emotion detection technology in various domains such as human-computer interaction, mental health monitoring, customer service optimization, and educational enhancement. Understanding the need helps justify the investment in developing emotion detection systems and informs decision-making processes.</a:t>
            </a:r>
          </a:p>
          <a:p>
            <a:pPr algn="just">
              <a:buFont typeface="+mj-lt"/>
              <a:buAutoNum type="arabicPeriod"/>
            </a:pPr>
            <a:r>
              <a:rPr lang="en-US" sz="2200" b="1" i="0" dirty="0">
                <a:solidFill>
                  <a:srgbClr val="0D0D0D"/>
                </a:solidFill>
                <a:effectLst/>
                <a:latin typeface="Times New Roman" panose="02020603050405020304" pitchFamily="18" charset="0"/>
                <a:cs typeface="Times New Roman" panose="02020603050405020304" pitchFamily="18" charset="0"/>
              </a:rPr>
              <a:t>Recognize Significance</a:t>
            </a:r>
            <a:r>
              <a:rPr lang="en-US" sz="2200" b="0" i="0" dirty="0">
                <a:solidFill>
                  <a:srgbClr val="0D0D0D"/>
                </a:solidFill>
                <a:effectLst/>
                <a:latin typeface="Times New Roman" panose="02020603050405020304" pitchFamily="18" charset="0"/>
                <a:cs typeface="Times New Roman" panose="02020603050405020304" pitchFamily="18" charset="0"/>
              </a:rPr>
              <a:t>: The objective is to recognize and highlight the significance of emotion detection technology in improving user experiences, enhancing decision-making processes, contributing to societal well-being, and fostering innovation and competitiveness. Recognizing the significance helps create awareness and garner support for the development and adoption of emotion detection systems.</a:t>
            </a:r>
          </a:p>
          <a:p>
            <a:pPr algn="just"/>
            <a:endParaRPr lang="en-US" altLang="en-US" sz="2200" dirty="0">
              <a:latin typeface="Times New Roman" panose="02020603050405020304" pitchFamily="18" charset="0"/>
              <a:ea typeface="WenQuanYi Micro Hei"/>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BF16705B-AF2A-3C5D-CAFA-0A67370B8243}"/>
              </a:ext>
            </a:extLst>
          </p:cNvPr>
          <p:cNvSpPr>
            <a:spLocks noGrp="1" noChangeArrowheads="1"/>
          </p:cNvSpPr>
          <p:nvPr>
            <p:ph type="title"/>
          </p:nvPr>
        </p:nvSpPr>
        <p:spPr>
          <a:xfrm>
            <a:off x="2819401" y="533401"/>
            <a:ext cx="8304212" cy="1141413"/>
          </a:xfrm>
        </p:spPr>
        <p:txBody>
          <a:bodyPr/>
          <a:lstStyle/>
          <a:p>
            <a:r>
              <a:rPr lang="en-US" altLang="en-US" dirty="0">
                <a:solidFill>
                  <a:srgbClr val="000000"/>
                </a:solidFill>
                <a:latin typeface="Times New Roman" panose="02020603050405020304" pitchFamily="18" charset="0"/>
                <a:ea typeface="WenQuanYi Micro Hei"/>
                <a:cs typeface="Times New Roman" panose="02020603050405020304" pitchFamily="18" charset="0"/>
              </a:rPr>
              <a:t>Feasibility Study, Need and Significance.</a:t>
            </a:r>
            <a:br>
              <a:rPr lang="en-US" altLang="en-US" dirty="0">
                <a:solidFill>
                  <a:srgbClr val="000000"/>
                </a:solidFill>
                <a:latin typeface="Times New Roman" panose="02020603050405020304" pitchFamily="18" charset="0"/>
                <a:ea typeface="WenQuanYi Micro Hei"/>
                <a:cs typeface="Times New Roman" panose="02020603050405020304" pitchFamily="18" charset="0"/>
              </a:rPr>
            </a:br>
            <a:endParaRPr lang="en-US" altLang="en-US" dirty="0">
              <a:ea typeface="WenQuanYi Micro Hei"/>
            </a:endParaRPr>
          </a:p>
        </p:txBody>
      </p:sp>
      <p:sp>
        <p:nvSpPr>
          <p:cNvPr id="12291" name="Content Placeholder 2">
            <a:extLst>
              <a:ext uri="{FF2B5EF4-FFF2-40B4-BE49-F238E27FC236}">
                <a16:creationId xmlns:a16="http://schemas.microsoft.com/office/drawing/2014/main" id="{475E05B1-730D-456C-DF1E-F974F7EF0513}"/>
              </a:ext>
            </a:extLst>
          </p:cNvPr>
          <p:cNvSpPr>
            <a:spLocks noGrp="1" noChangeArrowheads="1"/>
          </p:cNvSpPr>
          <p:nvPr>
            <p:ph idx="1"/>
          </p:nvPr>
        </p:nvSpPr>
        <p:spPr>
          <a:xfrm>
            <a:off x="1524001" y="1447801"/>
            <a:ext cx="9599612" cy="4570413"/>
          </a:xfrm>
        </p:spPr>
        <p:txBody>
          <a:bodyPr/>
          <a:lstStyle/>
          <a:p>
            <a:pPr algn="just">
              <a:buFont typeface="+mj-lt"/>
              <a:buAutoNum type="arabicPeriod"/>
            </a:pPr>
            <a:r>
              <a:rPr lang="en-US" sz="2400" b="1" i="0" dirty="0">
                <a:solidFill>
                  <a:srgbClr val="0D0D0D"/>
                </a:solidFill>
                <a:effectLst/>
                <a:latin typeface="Times New Roman" panose="02020603050405020304" pitchFamily="18" charset="0"/>
                <a:cs typeface="Times New Roman" panose="02020603050405020304" pitchFamily="18" charset="0"/>
              </a:rPr>
              <a:t>Technical Feasibility</a:t>
            </a:r>
            <a:r>
              <a:rPr lang="en-US" sz="2400" b="0" i="0" dirty="0">
                <a:solidFill>
                  <a:srgbClr val="0D0D0D"/>
                </a:solidFill>
                <a:effectLst/>
                <a:latin typeface="Times New Roman" panose="02020603050405020304" pitchFamily="18" charset="0"/>
                <a:cs typeface="Times New Roman" panose="02020603050405020304" pitchFamily="18" charset="0"/>
              </a:rPr>
              <a:t>: Evaluate the availability of machine learning algorithms, tools, and resources required for emotion detection. Assess the feasibility of implementing complex algorithms and processing large datasets efficiently.</a:t>
            </a:r>
          </a:p>
          <a:p>
            <a:pPr algn="just">
              <a:buFont typeface="+mj-lt"/>
              <a:buAutoNum type="arabicPeriod"/>
            </a:pPr>
            <a:r>
              <a:rPr lang="en-US" sz="2400" b="1" i="0" dirty="0">
                <a:solidFill>
                  <a:srgbClr val="0D0D0D"/>
                </a:solidFill>
                <a:effectLst/>
                <a:latin typeface="Times New Roman" panose="02020603050405020304" pitchFamily="18" charset="0"/>
                <a:cs typeface="Times New Roman" panose="02020603050405020304" pitchFamily="18" charset="0"/>
              </a:rPr>
              <a:t>Financial Feasibility</a:t>
            </a:r>
            <a:r>
              <a:rPr lang="en-US" sz="2400" b="0" i="0" dirty="0">
                <a:solidFill>
                  <a:srgbClr val="0D0D0D"/>
                </a:solidFill>
                <a:effectLst/>
                <a:latin typeface="Times New Roman" panose="02020603050405020304" pitchFamily="18" charset="0"/>
                <a:cs typeface="Times New Roman" panose="02020603050405020304" pitchFamily="18" charset="0"/>
              </a:rPr>
              <a:t>: Estimate the costs associated with acquiring hardware, software, and expertise for developing and deploying an emotion detection system. Determine the return on investment and budget required for the project.</a:t>
            </a:r>
          </a:p>
          <a:p>
            <a:pPr algn="just">
              <a:buFont typeface="+mj-lt"/>
              <a:buAutoNum type="arabicPeriod"/>
            </a:pPr>
            <a:r>
              <a:rPr lang="en-US" sz="2400" b="1" i="0" dirty="0">
                <a:solidFill>
                  <a:srgbClr val="0D0D0D"/>
                </a:solidFill>
                <a:effectLst/>
                <a:latin typeface="Times New Roman" panose="02020603050405020304" pitchFamily="18" charset="0"/>
                <a:cs typeface="Times New Roman" panose="02020603050405020304" pitchFamily="18" charset="0"/>
              </a:rPr>
              <a:t>Operational Feasibility</a:t>
            </a:r>
            <a:r>
              <a:rPr lang="en-US" sz="2400" b="0" i="0" dirty="0">
                <a:solidFill>
                  <a:srgbClr val="0D0D0D"/>
                </a:solidFill>
                <a:effectLst/>
                <a:latin typeface="Times New Roman" panose="02020603050405020304" pitchFamily="18" charset="0"/>
                <a:cs typeface="Times New Roman" panose="02020603050405020304" pitchFamily="18" charset="0"/>
              </a:rPr>
              <a:t>: Analyze the practicality and ease of integrating emotion detection into existing systems or workflows. Consider factors such as user acceptance, scalability, and compatibility with existing infrastructure.</a:t>
            </a:r>
          </a:p>
          <a:p>
            <a:pPr algn="just"/>
            <a:endParaRPr lang="en-US" altLang="en-US" sz="2400" dirty="0">
              <a:ea typeface="WenQuanYi Micro He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933018-9AB1-F2CF-D114-C1CB633E51E2}"/>
              </a:ext>
            </a:extLst>
          </p:cNvPr>
          <p:cNvSpPr>
            <a:spLocks noGrp="1"/>
          </p:cNvSpPr>
          <p:nvPr>
            <p:ph idx="1"/>
          </p:nvPr>
        </p:nvSpPr>
        <p:spPr>
          <a:xfrm>
            <a:off x="1513755" y="1181101"/>
            <a:ext cx="10083734" cy="4789281"/>
          </a:xfrm>
        </p:spPr>
        <p:txBody>
          <a:bodyPr/>
          <a:lstStyle/>
          <a:p>
            <a:pPr algn="just">
              <a:buFont typeface="+mj-lt"/>
              <a:buAutoNum type="arabicPeriod"/>
            </a:pPr>
            <a:r>
              <a:rPr lang="en-US" sz="1600" b="1" i="0" dirty="0">
                <a:solidFill>
                  <a:srgbClr val="0D0D0D"/>
                </a:solidFill>
                <a:effectLst/>
                <a:latin typeface="Times New Roman" panose="02020603050405020304" pitchFamily="18" charset="0"/>
                <a:cs typeface="Times New Roman" panose="02020603050405020304" pitchFamily="18" charset="0"/>
              </a:rPr>
              <a:t>Need</a:t>
            </a:r>
            <a:r>
              <a:rPr lang="en-US" sz="1600" b="0" i="0" dirty="0">
                <a:solidFill>
                  <a:srgbClr val="0D0D0D"/>
                </a:solidFill>
                <a:effectLst/>
                <a:latin typeface="Times New Roman" panose="02020603050405020304" pitchFamily="18" charset="0"/>
                <a:cs typeface="Times New Roman" panose="02020603050405020304" pitchFamily="18" charset="0"/>
              </a:rPr>
              <a:t>:</a:t>
            </a:r>
          </a:p>
          <a:p>
            <a:pPr marL="742950" lvl="1" indent="-285750" algn="just">
              <a:buFont typeface="+mj-lt"/>
              <a:buAutoNum type="arabicPeriod"/>
            </a:pPr>
            <a:r>
              <a:rPr lang="en-US" sz="1600" b="1" i="0" dirty="0">
                <a:solidFill>
                  <a:srgbClr val="0D0D0D"/>
                </a:solidFill>
                <a:effectLst/>
                <a:latin typeface="Times New Roman" panose="02020603050405020304" pitchFamily="18" charset="0"/>
                <a:cs typeface="Times New Roman" panose="02020603050405020304" pitchFamily="18" charset="0"/>
              </a:rPr>
              <a:t>Enhanced Human-Computer Interaction</a:t>
            </a:r>
            <a:r>
              <a:rPr lang="en-US" sz="1600" b="0" i="0" dirty="0">
                <a:solidFill>
                  <a:srgbClr val="0D0D0D"/>
                </a:solidFill>
                <a:effectLst/>
                <a:latin typeface="Times New Roman" panose="02020603050405020304" pitchFamily="18" charset="0"/>
                <a:cs typeface="Times New Roman" panose="02020603050405020304" pitchFamily="18" charset="0"/>
              </a:rPr>
              <a:t>: Emotion detection using machine learning can improve human-computer interaction by enabling systems to understand and respond to users' emotional states, leading to more personalized and engaging experiences.</a:t>
            </a:r>
          </a:p>
          <a:p>
            <a:pPr marL="742950" lvl="1" indent="-285750" algn="just">
              <a:buFont typeface="+mj-lt"/>
              <a:buAutoNum type="arabicPeriod"/>
            </a:pPr>
            <a:r>
              <a:rPr lang="en-US" sz="1600" b="1" i="0" dirty="0">
                <a:solidFill>
                  <a:srgbClr val="0D0D0D"/>
                </a:solidFill>
                <a:effectLst/>
                <a:latin typeface="Times New Roman" panose="02020603050405020304" pitchFamily="18" charset="0"/>
                <a:cs typeface="Times New Roman" panose="02020603050405020304" pitchFamily="18" charset="0"/>
              </a:rPr>
              <a:t>Mental Health Monitoring</a:t>
            </a:r>
            <a:r>
              <a:rPr lang="en-US" sz="1600" b="0" i="0" dirty="0">
                <a:solidFill>
                  <a:srgbClr val="0D0D0D"/>
                </a:solidFill>
                <a:effectLst/>
                <a:latin typeface="Times New Roman" panose="02020603050405020304" pitchFamily="18" charset="0"/>
                <a:cs typeface="Times New Roman" panose="02020603050405020304" pitchFamily="18" charset="0"/>
              </a:rPr>
              <a:t>: Emotion detection systems can assist in early detection and intervention of mental health issues by analyzing patterns in speech, text, or facial expressions, thereby improving access to timely support and treatment.</a:t>
            </a:r>
          </a:p>
          <a:p>
            <a:pPr algn="just">
              <a:buFont typeface="+mj-lt"/>
              <a:buAutoNum type="arabicPeriod"/>
            </a:pPr>
            <a:r>
              <a:rPr lang="en-US" sz="1600" b="1" i="0" dirty="0">
                <a:solidFill>
                  <a:srgbClr val="0D0D0D"/>
                </a:solidFill>
                <a:effectLst/>
                <a:latin typeface="Times New Roman" panose="02020603050405020304" pitchFamily="18" charset="0"/>
                <a:cs typeface="Times New Roman" panose="02020603050405020304" pitchFamily="18" charset="0"/>
              </a:rPr>
              <a:t>Significance</a:t>
            </a:r>
            <a:r>
              <a:rPr lang="en-US" sz="1600" b="0" i="0" dirty="0">
                <a:solidFill>
                  <a:srgbClr val="0D0D0D"/>
                </a:solidFill>
                <a:effectLst/>
                <a:latin typeface="Times New Roman" panose="02020603050405020304" pitchFamily="18" charset="0"/>
                <a:cs typeface="Times New Roman" panose="02020603050405020304" pitchFamily="18" charset="0"/>
              </a:rPr>
              <a:t>:</a:t>
            </a:r>
          </a:p>
          <a:p>
            <a:pPr marL="742950" lvl="1" indent="-285750" algn="just">
              <a:buFont typeface="+mj-lt"/>
              <a:buAutoNum type="arabicPeriod"/>
            </a:pPr>
            <a:r>
              <a:rPr lang="en-US" sz="1600" b="1" i="0" dirty="0">
                <a:solidFill>
                  <a:srgbClr val="0D0D0D"/>
                </a:solidFill>
                <a:effectLst/>
                <a:latin typeface="Times New Roman" panose="02020603050405020304" pitchFamily="18" charset="0"/>
                <a:cs typeface="Times New Roman" panose="02020603050405020304" pitchFamily="18" charset="0"/>
              </a:rPr>
              <a:t>Improved User Experience</a:t>
            </a:r>
            <a:r>
              <a:rPr lang="en-US" sz="1600" b="0" i="0" dirty="0">
                <a:solidFill>
                  <a:srgbClr val="0D0D0D"/>
                </a:solidFill>
                <a:effectLst/>
                <a:latin typeface="Times New Roman" panose="02020603050405020304" pitchFamily="18" charset="0"/>
                <a:cs typeface="Times New Roman" panose="02020603050405020304" pitchFamily="18" charset="0"/>
              </a:rPr>
              <a:t>: Emotion detection systems can enhance user experiences by enabling more empathetic and responsive interactions with technology, leading to higher user satisfaction and engagement.</a:t>
            </a:r>
          </a:p>
          <a:p>
            <a:pPr marL="742950" lvl="1" indent="-285750" algn="just">
              <a:buFont typeface="+mj-lt"/>
              <a:buAutoNum type="arabicPeriod"/>
            </a:pPr>
            <a:r>
              <a:rPr lang="en-US" sz="1600" b="1" i="0" dirty="0">
                <a:solidFill>
                  <a:srgbClr val="0D0D0D"/>
                </a:solidFill>
                <a:effectLst/>
                <a:latin typeface="Times New Roman" panose="02020603050405020304" pitchFamily="18" charset="0"/>
                <a:cs typeface="Times New Roman" panose="02020603050405020304" pitchFamily="18" charset="0"/>
              </a:rPr>
              <a:t>Enhanced Decision Making</a:t>
            </a:r>
            <a:r>
              <a:rPr lang="en-US" sz="1600" b="0" i="0" dirty="0">
                <a:solidFill>
                  <a:srgbClr val="0D0D0D"/>
                </a:solidFill>
                <a:effectLst/>
                <a:latin typeface="Times New Roman" panose="02020603050405020304" pitchFamily="18" charset="0"/>
                <a:cs typeface="Times New Roman" panose="02020603050405020304" pitchFamily="18" charset="0"/>
              </a:rPr>
              <a:t>: By providing insights into human emotions, machine learning-based emotion detection systems can inform decision-making processes in various domains, such as marketing, healthcare, and education.</a:t>
            </a:r>
          </a:p>
          <a:p>
            <a:pPr marL="742950" lvl="1" indent="-285750" algn="just">
              <a:buFont typeface="+mj-lt"/>
              <a:buAutoNum type="arabicPeriod"/>
            </a:pPr>
            <a:r>
              <a:rPr lang="en-US" sz="1600" b="1" i="0" dirty="0">
                <a:solidFill>
                  <a:srgbClr val="0D0D0D"/>
                </a:solidFill>
                <a:effectLst/>
                <a:latin typeface="Times New Roman" panose="02020603050405020304" pitchFamily="18" charset="0"/>
                <a:cs typeface="Times New Roman" panose="02020603050405020304" pitchFamily="18" charset="0"/>
              </a:rPr>
              <a:t>Social Impact</a:t>
            </a:r>
            <a:r>
              <a:rPr lang="en-US" sz="1600" b="0" i="0" dirty="0">
                <a:solidFill>
                  <a:srgbClr val="0D0D0D"/>
                </a:solidFill>
                <a:effectLst/>
                <a:latin typeface="Times New Roman" panose="02020603050405020304" pitchFamily="18" charset="0"/>
                <a:cs typeface="Times New Roman" panose="02020603050405020304" pitchFamily="18" charset="0"/>
              </a:rPr>
              <a:t>: Emotion detection technology has the potential to contribute to societal well-being by improving mental health care, fostering empathy and understanding, and promoting inclusivity and diversity.</a:t>
            </a:r>
          </a:p>
          <a:p>
            <a:pPr marL="742950" lvl="1" indent="-285750" algn="just">
              <a:buFont typeface="+mj-lt"/>
              <a:buAutoNum type="arabicPeriod"/>
            </a:pPr>
            <a:r>
              <a:rPr lang="en-US" sz="1600" b="1" i="0" dirty="0">
                <a:solidFill>
                  <a:srgbClr val="0D0D0D"/>
                </a:solidFill>
                <a:effectLst/>
                <a:latin typeface="Times New Roman" panose="02020603050405020304" pitchFamily="18" charset="0"/>
                <a:cs typeface="Times New Roman" panose="02020603050405020304" pitchFamily="18" charset="0"/>
              </a:rPr>
              <a:t>Innovation and Competitiveness</a:t>
            </a:r>
            <a:r>
              <a:rPr lang="en-US" sz="1600" b="0" i="0" dirty="0">
                <a:solidFill>
                  <a:srgbClr val="0D0D0D"/>
                </a:solidFill>
                <a:effectLst/>
                <a:latin typeface="Times New Roman" panose="02020603050405020304" pitchFamily="18" charset="0"/>
                <a:cs typeface="Times New Roman" panose="02020603050405020304" pitchFamily="18" charset="0"/>
              </a:rPr>
              <a:t>: Organizations that invest in emotion detection research and development can gain a competitive advantage by offering innovative products and services that meet the evolving needs and expectations of users.</a:t>
            </a:r>
          </a:p>
          <a:p>
            <a:pPr algn="just">
              <a:defRPr/>
            </a:pPr>
            <a:endParaRPr lang="en-US" sz="1600" dirty="0">
              <a:latin typeface="Times New Roman" panose="02020603050405020304" pitchFamily="18" charset="0"/>
              <a:cs typeface="Times New Roman" panose="02020603050405020304" pitchFamily="18" charset="0"/>
            </a:endParaRPr>
          </a:p>
        </p:txBody>
      </p:sp>
      <p:sp>
        <p:nvSpPr>
          <p:cNvPr id="13316" name="Title 4">
            <a:extLst>
              <a:ext uri="{FF2B5EF4-FFF2-40B4-BE49-F238E27FC236}">
                <a16:creationId xmlns:a16="http://schemas.microsoft.com/office/drawing/2014/main" id="{F6560880-02A0-D623-B643-BE2F86C8C744}"/>
              </a:ext>
            </a:extLst>
          </p:cNvPr>
          <p:cNvSpPr>
            <a:spLocks noGrp="1" noChangeArrowheads="1"/>
          </p:cNvSpPr>
          <p:nvPr>
            <p:ph type="title"/>
          </p:nvPr>
        </p:nvSpPr>
        <p:spPr>
          <a:xfrm>
            <a:off x="3963710" y="266701"/>
            <a:ext cx="7161212" cy="914400"/>
          </a:xfrm>
        </p:spPr>
        <p:txBody>
          <a:bodyPr/>
          <a:lstStyle/>
          <a:p>
            <a:pPr algn="just"/>
            <a:r>
              <a:rPr lang="en-US" altLang="en-US" dirty="0">
                <a:solidFill>
                  <a:srgbClr val="000000"/>
                </a:solidFill>
                <a:latin typeface="Times New Roman" panose="02020603050405020304" pitchFamily="18" charset="0"/>
                <a:ea typeface="WenQuanYi Micro Hei"/>
                <a:cs typeface="Times New Roman" panose="02020603050405020304" pitchFamily="18" charset="0"/>
              </a:rPr>
              <a:t>Need and Significance.</a:t>
            </a:r>
            <a:endParaRPr lang="en-US" altLang="en-US" dirty="0">
              <a:ea typeface="WenQuanYi Micro Hei"/>
            </a:endParaRPr>
          </a:p>
        </p:txBody>
      </p:sp>
      <p:sp>
        <p:nvSpPr>
          <p:cNvPr id="13317" name="TextBox 6">
            <a:extLst>
              <a:ext uri="{FF2B5EF4-FFF2-40B4-BE49-F238E27FC236}">
                <a16:creationId xmlns:a16="http://schemas.microsoft.com/office/drawing/2014/main" id="{A52A37E1-84CC-B36C-8A80-5EDA40859D08}"/>
              </a:ext>
            </a:extLst>
          </p:cNvPr>
          <p:cNvSpPr txBox="1">
            <a:spLocks noChangeArrowheads="1"/>
          </p:cNvSpPr>
          <p:nvPr/>
        </p:nvSpPr>
        <p:spPr bwMode="auto">
          <a:xfrm>
            <a:off x="1096963" y="3810001"/>
            <a:ext cx="61293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en-US" altLang="en-US">
              <a:solidFill>
                <a:srgbClr val="000000"/>
              </a:solidFill>
              <a:latin typeface="Times New Roman" panose="02020603050405020304" pitchFamily="18" charset="0"/>
              <a:cs typeface="Times New Roman" panose="02020603050405020304" pitchFamily="18" charset="0"/>
            </a:endParaRPr>
          </a:p>
          <a:p>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138EF-5ADE-3C10-E46E-CC416E95CB4B}"/>
              </a:ext>
            </a:extLst>
          </p:cNvPr>
          <p:cNvSpPr>
            <a:spLocks noGrp="1"/>
          </p:cNvSpPr>
          <p:nvPr>
            <p:ph type="title"/>
          </p:nvPr>
        </p:nvSpPr>
        <p:spPr/>
        <p:txBody>
          <a:bodyPr/>
          <a:lstStyle/>
          <a:p>
            <a:r>
              <a:rPr lang="en-IN" dirty="0"/>
              <a:t>What is Emotion Detection?</a:t>
            </a:r>
          </a:p>
        </p:txBody>
      </p:sp>
      <p:sp>
        <p:nvSpPr>
          <p:cNvPr id="3" name="Text Placeholder 2">
            <a:extLst>
              <a:ext uri="{FF2B5EF4-FFF2-40B4-BE49-F238E27FC236}">
                <a16:creationId xmlns:a16="http://schemas.microsoft.com/office/drawing/2014/main" id="{3DCCEBC6-BBE3-D99C-664C-F6D0ECE6DCED}"/>
              </a:ext>
            </a:extLst>
          </p:cNvPr>
          <p:cNvSpPr>
            <a:spLocks noGrp="1"/>
          </p:cNvSpPr>
          <p:nvPr>
            <p:ph type="body" idx="1"/>
          </p:nvPr>
        </p:nvSpPr>
        <p:spPr/>
        <p:txBody>
          <a:bodyPr/>
          <a:lstStyle/>
          <a:p>
            <a:pPr algn="l"/>
            <a:r>
              <a:rPr lang="en-US" b="0" i="0" dirty="0">
                <a:solidFill>
                  <a:srgbClr val="333333"/>
                </a:solidFill>
                <a:effectLst/>
                <a:latin typeface="Proxima Nova Rg"/>
              </a:rPr>
              <a:t>Emotion recognition is one of the many </a:t>
            </a:r>
            <a:r>
              <a:rPr lang="en-US" b="1" i="0" dirty="0">
                <a:solidFill>
                  <a:schemeClr val="tx1"/>
                </a:solidFill>
                <a:effectLst/>
                <a:latin typeface="Proxima Nova Rg"/>
                <a:hlinkClick r:id="rId2">
                  <a:extLst>
                    <a:ext uri="{A12FA001-AC4F-418D-AE19-62706E023703}">
                      <ahyp:hlinkClr xmlns:ahyp="http://schemas.microsoft.com/office/drawing/2018/hyperlinkcolor" val="tx"/>
                    </a:ext>
                  </a:extLst>
                </a:hlinkClick>
              </a:rPr>
              <a:t>facial recognition</a:t>
            </a:r>
            <a:r>
              <a:rPr lang="en-US" b="1" i="0" dirty="0">
                <a:solidFill>
                  <a:schemeClr val="tx1"/>
                </a:solidFill>
                <a:effectLst/>
                <a:latin typeface="Proxima Nova Rg"/>
              </a:rPr>
              <a:t> </a:t>
            </a:r>
            <a:r>
              <a:rPr lang="en-US" b="0" i="0" dirty="0">
                <a:solidFill>
                  <a:srgbClr val="333333"/>
                </a:solidFill>
                <a:effectLst/>
                <a:latin typeface="Proxima Nova Rg"/>
              </a:rPr>
              <a:t>technologies that have developed and grown through the years. Currently, facial emotion recognition software is used to allow a certain program to examine and process the expressions on a human’s face. Using advanced image dispensation, this software functions like a human brain that makes it capable of recognizing emotions too.</a:t>
            </a:r>
          </a:p>
          <a:p>
            <a:pPr algn="l"/>
            <a:r>
              <a:rPr lang="en-US" b="0" i="0" dirty="0">
                <a:solidFill>
                  <a:srgbClr val="333333"/>
                </a:solidFill>
                <a:effectLst/>
                <a:latin typeface="Proxima Nova Rg"/>
              </a:rPr>
              <a:t>It is AI or “Artificial Intelligence” that detects and studies different facial expressions to use them with additional information presented to them. This is useful for a variety of purposes, including investigations and interviews, and allows authorities to detect the emotions of a person with just the use of technology.</a:t>
            </a:r>
          </a:p>
          <a:p>
            <a:endParaRPr lang="en-IN" dirty="0"/>
          </a:p>
        </p:txBody>
      </p:sp>
    </p:spTree>
    <p:extLst>
      <p:ext uri="{BB962C8B-B14F-4D97-AF65-F5344CB8AC3E}">
        <p14:creationId xmlns:p14="http://schemas.microsoft.com/office/powerpoint/2010/main" val="1038081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58F4D-06B5-B60D-CCAD-B1FABCE763AC}"/>
              </a:ext>
            </a:extLst>
          </p:cNvPr>
          <p:cNvSpPr>
            <a:spLocks noGrp="1"/>
          </p:cNvSpPr>
          <p:nvPr>
            <p:ph type="title"/>
          </p:nvPr>
        </p:nvSpPr>
        <p:spPr/>
        <p:txBody>
          <a:bodyPr/>
          <a:lstStyle/>
          <a:p>
            <a:r>
              <a:rPr lang="en-IN" dirty="0"/>
              <a:t>Importance of Emotion Detection</a:t>
            </a:r>
          </a:p>
        </p:txBody>
      </p:sp>
      <p:sp>
        <p:nvSpPr>
          <p:cNvPr id="3" name="Text Placeholder 2">
            <a:extLst>
              <a:ext uri="{FF2B5EF4-FFF2-40B4-BE49-F238E27FC236}">
                <a16:creationId xmlns:a16="http://schemas.microsoft.com/office/drawing/2014/main" id="{991058FC-06EF-C72D-6F15-90C12E5CB441}"/>
              </a:ext>
            </a:extLst>
          </p:cNvPr>
          <p:cNvSpPr>
            <a:spLocks noGrp="1"/>
          </p:cNvSpPr>
          <p:nvPr>
            <p:ph type="body" idx="1"/>
          </p:nvPr>
        </p:nvSpPr>
        <p:spPr/>
        <p:txBody>
          <a:bodyPr/>
          <a:lstStyle/>
          <a:p>
            <a:r>
              <a:rPr lang="en-US" b="1" i="0" dirty="0">
                <a:solidFill>
                  <a:srgbClr val="0D0D0D"/>
                </a:solidFill>
                <a:effectLst/>
                <a:latin typeface="Söhne"/>
              </a:rPr>
              <a:t>Understanding Human Behavior</a:t>
            </a:r>
            <a:r>
              <a:rPr lang="en-US" b="0" i="0" dirty="0">
                <a:solidFill>
                  <a:srgbClr val="0D0D0D"/>
                </a:solidFill>
                <a:effectLst/>
                <a:latin typeface="Söhne"/>
              </a:rPr>
              <a:t>: Emotion detection allows computers to interpret and respond to human emotions, enabling better understanding of user needs and preferences in interactions with technology.</a:t>
            </a:r>
          </a:p>
          <a:p>
            <a:r>
              <a:rPr lang="en-US" b="1" i="0" dirty="0">
                <a:solidFill>
                  <a:srgbClr val="0D0D0D"/>
                </a:solidFill>
                <a:effectLst/>
                <a:latin typeface="Söhne"/>
              </a:rPr>
              <a:t>Improving Mental Health</a:t>
            </a:r>
            <a:r>
              <a:rPr lang="en-US" b="0" i="0" dirty="0">
                <a:solidFill>
                  <a:srgbClr val="0D0D0D"/>
                </a:solidFill>
                <a:effectLst/>
                <a:latin typeface="Söhne"/>
              </a:rPr>
              <a:t>: Emotion detection can assist in early detection of mental health issues by analyzing patterns in speech, text, or facial expressions, thus enabling timely intervention and support.</a:t>
            </a:r>
            <a:endParaRPr lang="en-US" dirty="0">
              <a:solidFill>
                <a:srgbClr val="0D0D0D"/>
              </a:solidFill>
              <a:latin typeface="Söhne"/>
            </a:endParaRPr>
          </a:p>
          <a:p>
            <a:r>
              <a:rPr lang="en-US" b="1" i="0" dirty="0">
                <a:solidFill>
                  <a:srgbClr val="0D0D0D"/>
                </a:solidFill>
                <a:effectLst/>
                <a:latin typeface="Söhne"/>
              </a:rPr>
              <a:t>Empowering Healthcare</a:t>
            </a:r>
            <a:r>
              <a:rPr lang="en-US" b="0" i="0" dirty="0">
                <a:solidFill>
                  <a:srgbClr val="0D0D0D"/>
                </a:solidFill>
                <a:effectLst/>
                <a:latin typeface="Söhne"/>
              </a:rPr>
              <a:t>: In healthcare, emotion detection can aid in patient monitoring and assessment, enabling healthcare providers to better understand patients' emotional well-being and adjust treatment plans accordingly.</a:t>
            </a:r>
          </a:p>
          <a:p>
            <a:r>
              <a:rPr lang="en-US" b="1" i="0" dirty="0">
                <a:solidFill>
                  <a:srgbClr val="0D0D0D"/>
                </a:solidFill>
                <a:effectLst/>
                <a:latin typeface="Söhne"/>
              </a:rPr>
              <a:t>Enabling Adaptive Technology</a:t>
            </a:r>
            <a:r>
              <a:rPr lang="en-US" b="0" i="0" dirty="0">
                <a:solidFill>
                  <a:srgbClr val="0D0D0D"/>
                </a:solidFill>
                <a:effectLst/>
                <a:latin typeface="Söhne"/>
              </a:rPr>
              <a:t>: Emotion detection enables technology to adapt dynamically to users' emotional states, offering personalized recommendations, assistance, or interventions as needed.</a:t>
            </a:r>
            <a:endParaRPr lang="en-IN" dirty="0"/>
          </a:p>
        </p:txBody>
      </p:sp>
    </p:spTree>
    <p:extLst>
      <p:ext uri="{BB962C8B-B14F-4D97-AF65-F5344CB8AC3E}">
        <p14:creationId xmlns:p14="http://schemas.microsoft.com/office/powerpoint/2010/main" val="2972272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679CE-5A02-FD45-B7F7-7C6DCFD3BB40}"/>
              </a:ext>
            </a:extLst>
          </p:cNvPr>
          <p:cNvSpPr>
            <a:spLocks noGrp="1"/>
          </p:cNvSpPr>
          <p:nvPr>
            <p:ph type="title"/>
          </p:nvPr>
        </p:nvSpPr>
        <p:spPr/>
        <p:txBody>
          <a:bodyPr/>
          <a:lstStyle/>
          <a:p>
            <a:r>
              <a:rPr lang="en-IN" dirty="0"/>
              <a:t>Machine Learning Techniques - Overview</a:t>
            </a:r>
          </a:p>
        </p:txBody>
      </p:sp>
      <p:sp>
        <p:nvSpPr>
          <p:cNvPr id="3" name="Text Placeholder 2">
            <a:extLst>
              <a:ext uri="{FF2B5EF4-FFF2-40B4-BE49-F238E27FC236}">
                <a16:creationId xmlns:a16="http://schemas.microsoft.com/office/drawing/2014/main" id="{240BE395-64D4-0A3F-150F-5A98E3F7E504}"/>
              </a:ext>
            </a:extLst>
          </p:cNvPr>
          <p:cNvSpPr>
            <a:spLocks noGrp="1"/>
          </p:cNvSpPr>
          <p:nvPr>
            <p:ph type="body" idx="1"/>
          </p:nvPr>
        </p:nvSpPr>
        <p:spPr>
          <a:xfrm>
            <a:off x="1522809" y="1828802"/>
            <a:ext cx="9602113" cy="665920"/>
          </a:xfrm>
        </p:spPr>
        <p:txBody>
          <a:bodyPr/>
          <a:lstStyle/>
          <a:p>
            <a:r>
              <a:rPr lang="en-IN" sz="2200" b="1" i="0" dirty="0">
                <a:solidFill>
                  <a:srgbClr val="0D0D0D"/>
                </a:solidFill>
                <a:effectLst/>
                <a:latin typeface="Times New Roman" panose="02020603050405020304" pitchFamily="18" charset="0"/>
                <a:cs typeface="Times New Roman" panose="02020603050405020304" pitchFamily="18" charset="0"/>
              </a:rPr>
              <a:t>Supervised Learning, Unsupervised Learning, </a:t>
            </a:r>
            <a:r>
              <a:rPr lang="en-IN" sz="2200" b="1" dirty="0">
                <a:latin typeface="Times New Roman" panose="02020603050405020304" pitchFamily="18" charset="0"/>
                <a:cs typeface="Times New Roman" panose="02020603050405020304" pitchFamily="18" charset="0"/>
              </a:rPr>
              <a:t>Semi-Supervised Learning</a:t>
            </a:r>
            <a:endParaRPr lang="en-IN" sz="2200" dirty="0">
              <a:solidFill>
                <a:srgbClr val="0D0D0D"/>
              </a:solidFill>
              <a:latin typeface="Times New Roman" panose="02020603050405020304" pitchFamily="18" charset="0"/>
              <a:cs typeface="Times New Roman" panose="02020603050405020304" pitchFamily="18" charset="0"/>
            </a:endParaRPr>
          </a:p>
        </p:txBody>
      </p:sp>
      <p:pic>
        <p:nvPicPr>
          <p:cNvPr id="6" name="Picture 4" descr="Information 13 00268 g001">
            <a:extLst>
              <a:ext uri="{FF2B5EF4-FFF2-40B4-BE49-F238E27FC236}">
                <a16:creationId xmlns:a16="http://schemas.microsoft.com/office/drawing/2014/main" id="{A7E60083-1244-6334-1649-F06650328D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9477" y="2171701"/>
            <a:ext cx="9248775" cy="4513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9811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04433-2CCB-9A6D-59F6-9A050D0CCE9F}"/>
              </a:ext>
            </a:extLst>
          </p:cNvPr>
          <p:cNvSpPr>
            <a:spLocks noGrp="1"/>
          </p:cNvSpPr>
          <p:nvPr>
            <p:ph type="title"/>
          </p:nvPr>
        </p:nvSpPr>
        <p:spPr/>
        <p:txBody>
          <a:bodyPr/>
          <a:lstStyle/>
          <a:p>
            <a:r>
              <a:rPr lang="en-IN" dirty="0"/>
              <a:t>Supervised Learning</a:t>
            </a:r>
          </a:p>
        </p:txBody>
      </p:sp>
      <p:sp>
        <p:nvSpPr>
          <p:cNvPr id="3" name="Text Placeholder 2">
            <a:extLst>
              <a:ext uri="{FF2B5EF4-FFF2-40B4-BE49-F238E27FC236}">
                <a16:creationId xmlns:a16="http://schemas.microsoft.com/office/drawing/2014/main" id="{5641AA5C-DEBB-F64D-4824-31A67CD85C62}"/>
              </a:ext>
            </a:extLst>
          </p:cNvPr>
          <p:cNvSpPr>
            <a:spLocks noGrp="1"/>
          </p:cNvSpPr>
          <p:nvPr>
            <p:ph type="body" idx="1"/>
          </p:nvPr>
        </p:nvSpPr>
        <p:spPr/>
        <p:txBody>
          <a:bodyPr/>
          <a:lstStyle/>
          <a:p>
            <a:r>
              <a:rPr lang="en-US" b="0" i="0" dirty="0">
                <a:solidFill>
                  <a:schemeClr val="tx1"/>
                </a:solidFill>
                <a:effectLst/>
                <a:latin typeface="Google Sans Text"/>
              </a:rPr>
              <a:t>Supervised learning is a category of </a:t>
            </a:r>
            <a:r>
              <a:rPr lang="en-US" b="1" i="0" u="sng" dirty="0">
                <a:solidFill>
                  <a:schemeClr val="tx1"/>
                </a:solidFill>
                <a:effectLst/>
                <a:latin typeface="Google Sans Text"/>
                <a:hlinkClick r:id="rId2">
                  <a:extLst>
                    <a:ext uri="{A12FA001-AC4F-418D-AE19-62706E023703}">
                      <ahyp:hlinkClr xmlns:ahyp="http://schemas.microsoft.com/office/drawing/2018/hyperlinkcolor" val="tx"/>
                    </a:ext>
                  </a:extLst>
                </a:hlinkClick>
              </a:rPr>
              <a:t>machine learning</a:t>
            </a:r>
            <a:r>
              <a:rPr lang="en-US" b="1" i="0" dirty="0">
                <a:solidFill>
                  <a:schemeClr val="tx1"/>
                </a:solidFill>
                <a:effectLst/>
                <a:latin typeface="Google Sans Text"/>
              </a:rPr>
              <a:t> </a:t>
            </a:r>
            <a:r>
              <a:rPr lang="en-US" b="0" i="0" dirty="0">
                <a:solidFill>
                  <a:schemeClr val="tx1"/>
                </a:solidFill>
                <a:effectLst/>
                <a:latin typeface="Google Sans Text"/>
              </a:rPr>
              <a:t>that uses labeled datasets to train algorithms to predict outcomes and recognize patterns. Unlike </a:t>
            </a:r>
            <a:r>
              <a:rPr lang="en-US" b="0" i="0" u="sng" dirty="0">
                <a:solidFill>
                  <a:schemeClr val="tx1"/>
                </a:solidFill>
                <a:effectLst/>
                <a:latin typeface="Google Sans Text"/>
                <a:hlinkClick r:id="rId3">
                  <a:extLst>
                    <a:ext uri="{A12FA001-AC4F-418D-AE19-62706E023703}">
                      <ahyp:hlinkClr xmlns:ahyp="http://schemas.microsoft.com/office/drawing/2018/hyperlinkcolor" val="tx"/>
                    </a:ext>
                  </a:extLst>
                </a:hlinkClick>
              </a:rPr>
              <a:t>unsupervised learning</a:t>
            </a:r>
            <a:r>
              <a:rPr lang="en-US" b="0" i="0" dirty="0">
                <a:solidFill>
                  <a:schemeClr val="tx1"/>
                </a:solidFill>
                <a:effectLst/>
                <a:latin typeface="Google Sans Text"/>
              </a:rPr>
              <a:t>, supervised learning algorithms are given labeled training to learn the relationship between the input and the outputs</a:t>
            </a:r>
            <a:r>
              <a:rPr lang="en-US" dirty="0">
                <a:solidFill>
                  <a:schemeClr val="tx1"/>
                </a:solidFill>
              </a:rPr>
              <a:t>.</a:t>
            </a:r>
            <a:endParaRPr lang="en-IN" dirty="0">
              <a:solidFill>
                <a:schemeClr val="tx1"/>
              </a:solidFill>
            </a:endParaRPr>
          </a:p>
        </p:txBody>
      </p:sp>
    </p:spTree>
    <p:extLst>
      <p:ext uri="{BB962C8B-B14F-4D97-AF65-F5344CB8AC3E}">
        <p14:creationId xmlns:p14="http://schemas.microsoft.com/office/powerpoint/2010/main" val="4071658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F2D5A-DFA6-6C84-CB87-FD73B45918B5}"/>
              </a:ext>
            </a:extLst>
          </p:cNvPr>
          <p:cNvSpPr>
            <a:spLocks noGrp="1"/>
          </p:cNvSpPr>
          <p:nvPr>
            <p:ph type="title"/>
          </p:nvPr>
        </p:nvSpPr>
        <p:spPr/>
        <p:txBody>
          <a:bodyPr/>
          <a:lstStyle/>
          <a:p>
            <a:r>
              <a:rPr lang="en-IN"/>
              <a:t>Unsupervised Learning</a:t>
            </a:r>
          </a:p>
        </p:txBody>
      </p:sp>
      <p:sp>
        <p:nvSpPr>
          <p:cNvPr id="3" name="Text Placeholder 2">
            <a:extLst>
              <a:ext uri="{FF2B5EF4-FFF2-40B4-BE49-F238E27FC236}">
                <a16:creationId xmlns:a16="http://schemas.microsoft.com/office/drawing/2014/main" id="{944E6C83-10D4-24D2-BC9D-F504288A38EC}"/>
              </a:ext>
            </a:extLst>
          </p:cNvPr>
          <p:cNvSpPr>
            <a:spLocks noGrp="1"/>
          </p:cNvSpPr>
          <p:nvPr>
            <p:ph type="body" idx="1"/>
          </p:nvPr>
        </p:nvSpPr>
        <p:spPr/>
        <p:txBody>
          <a:bodyPr/>
          <a:lstStyle/>
          <a:p>
            <a:r>
              <a:rPr lang="en-US" b="0" i="0" dirty="0">
                <a:solidFill>
                  <a:srgbClr val="161616"/>
                </a:solidFill>
                <a:effectLst/>
                <a:latin typeface="IBM Plex Sans" panose="020B0503050203000203" pitchFamily="34" charset="0"/>
              </a:rPr>
              <a:t>Unsupervised learning, also known as </a:t>
            </a:r>
            <a:r>
              <a:rPr lang="en-US" b="1" i="0" u="none" strike="noStrike" dirty="0">
                <a:solidFill>
                  <a:schemeClr val="tx1"/>
                </a:solidFill>
                <a:effectLst/>
                <a:latin typeface="IBM Plex Sans" panose="020B0503050203000203" pitchFamily="34" charset="0"/>
                <a:hlinkClick r:id="rId2" tooltip="machine-learning">
                  <a:extLst>
                    <a:ext uri="{A12FA001-AC4F-418D-AE19-62706E023703}">
                      <ahyp:hlinkClr xmlns:ahyp="http://schemas.microsoft.com/office/drawing/2018/hyperlinkcolor" val="tx"/>
                    </a:ext>
                  </a:extLst>
                </a:hlinkClick>
              </a:rPr>
              <a:t>unsupervised machine learning</a:t>
            </a:r>
            <a:r>
              <a:rPr lang="en-US" b="0" i="0" dirty="0">
                <a:solidFill>
                  <a:srgbClr val="161616"/>
                </a:solidFill>
                <a:effectLst/>
                <a:latin typeface="IBM Plex Sans" panose="020B0503050203000203" pitchFamily="34" charset="0"/>
              </a:rPr>
              <a:t>, uses machine learning algorithms to analyze and cluster unlabeled datasets. These algorithms discover hidden patterns or data groupings without the need for human intervention.</a:t>
            </a:r>
          </a:p>
          <a:p>
            <a:r>
              <a:rPr lang="en-US" b="0" i="0" dirty="0">
                <a:solidFill>
                  <a:srgbClr val="161616"/>
                </a:solidFill>
                <a:effectLst/>
                <a:latin typeface="IBM Plex Sans" panose="020B0503050203000203" pitchFamily="34" charset="0"/>
              </a:rPr>
              <a:t>Its ability to discover similarities and differences in information make it the ideal solution for exploratory </a:t>
            </a:r>
            <a:r>
              <a:rPr lang="en-US" b="1" i="0" u="none" strike="noStrike" dirty="0">
                <a:solidFill>
                  <a:schemeClr val="tx1"/>
                </a:solidFill>
                <a:effectLst/>
                <a:latin typeface="IBM Plex Sans" panose="020B0503050203000203" pitchFamily="34" charset="0"/>
                <a:hlinkClick r:id="rId3">
                  <a:extLst>
                    <a:ext uri="{A12FA001-AC4F-418D-AE19-62706E023703}">
                      <ahyp:hlinkClr xmlns:ahyp="http://schemas.microsoft.com/office/drawing/2018/hyperlinkcolor" val="tx"/>
                    </a:ext>
                  </a:extLst>
                </a:hlinkClick>
              </a:rPr>
              <a:t>data analysis</a:t>
            </a:r>
            <a:r>
              <a:rPr lang="en-US" b="0" i="0" dirty="0">
                <a:solidFill>
                  <a:srgbClr val="161616"/>
                </a:solidFill>
                <a:effectLst/>
                <a:latin typeface="IBM Plex Sans" panose="020B0503050203000203" pitchFamily="34" charset="0"/>
              </a:rPr>
              <a:t>, cross-selling strategies, customer segmentation, and image recognition.</a:t>
            </a:r>
            <a:endParaRPr lang="en-IN" dirty="0"/>
          </a:p>
        </p:txBody>
      </p:sp>
    </p:spTree>
    <p:extLst>
      <p:ext uri="{BB962C8B-B14F-4D97-AF65-F5344CB8AC3E}">
        <p14:creationId xmlns:p14="http://schemas.microsoft.com/office/powerpoint/2010/main" val="1663795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0D1A5-2ECC-7DA7-6AB1-ACD9622A88B7}"/>
              </a:ext>
            </a:extLst>
          </p:cNvPr>
          <p:cNvSpPr>
            <a:spLocks noGrp="1"/>
          </p:cNvSpPr>
          <p:nvPr>
            <p:ph type="title"/>
          </p:nvPr>
        </p:nvSpPr>
        <p:spPr/>
        <p:txBody>
          <a:bodyPr/>
          <a:lstStyle/>
          <a:p>
            <a:r>
              <a:rPr lang="en-IN" dirty="0"/>
              <a:t>Semi-Supervised Learning</a:t>
            </a:r>
          </a:p>
        </p:txBody>
      </p:sp>
      <p:sp>
        <p:nvSpPr>
          <p:cNvPr id="3" name="Text Placeholder 2">
            <a:extLst>
              <a:ext uri="{FF2B5EF4-FFF2-40B4-BE49-F238E27FC236}">
                <a16:creationId xmlns:a16="http://schemas.microsoft.com/office/drawing/2014/main" id="{A61EE3FC-B3E7-ACD6-9FDD-ABEFE6D28539}"/>
              </a:ext>
            </a:extLst>
          </p:cNvPr>
          <p:cNvSpPr>
            <a:spLocks noGrp="1"/>
          </p:cNvSpPr>
          <p:nvPr>
            <p:ph type="body" idx="1"/>
          </p:nvPr>
        </p:nvSpPr>
        <p:spPr/>
        <p:txBody>
          <a:bodyPr/>
          <a:lstStyle/>
          <a:p>
            <a:r>
              <a:rPr lang="en-US" b="0" i="0" dirty="0">
                <a:solidFill>
                  <a:schemeClr val="tx1"/>
                </a:solidFill>
                <a:effectLst/>
                <a:latin typeface="Nunito" pitchFamily="2" charset="0"/>
              </a:rPr>
              <a:t>Semi-supervised learning is a type of </a:t>
            </a:r>
            <a:r>
              <a:rPr lang="en-US" b="1" i="0" u="sng" dirty="0">
                <a:solidFill>
                  <a:schemeClr val="tx1"/>
                </a:solidFill>
                <a:effectLst/>
                <a:latin typeface="Nunito" pitchFamily="2" charset="0"/>
                <a:hlinkClick r:id="rId2">
                  <a:extLst>
                    <a:ext uri="{A12FA001-AC4F-418D-AE19-62706E023703}">
                      <ahyp:hlinkClr xmlns:ahyp="http://schemas.microsoft.com/office/drawing/2018/hyperlinkcolor" val="tx"/>
                    </a:ext>
                  </a:extLst>
                </a:hlinkClick>
              </a:rPr>
              <a:t>machine learning</a:t>
            </a:r>
            <a:r>
              <a:rPr lang="en-US" b="1" i="0" dirty="0">
                <a:solidFill>
                  <a:schemeClr val="tx1"/>
                </a:solidFill>
                <a:effectLst/>
                <a:latin typeface="Nunito" pitchFamily="2" charset="0"/>
              </a:rPr>
              <a:t> </a:t>
            </a:r>
            <a:r>
              <a:rPr lang="en-US" b="0" i="0" dirty="0">
                <a:solidFill>
                  <a:schemeClr val="tx1"/>
                </a:solidFill>
                <a:effectLst/>
                <a:latin typeface="Nunito" pitchFamily="2" charset="0"/>
              </a:rPr>
              <a:t>that falls in between supervised and unsupervised learning. It is a method that uses a small amount of labeled data and a large amount of unlabeled data to train a model. The goal of semi-supervised learning is to learn a function that can accurately predict the output variable based on the input variables, similar to supervised learning. However, unlike supervised learning, the algorithm is trained on a dataset that contains both labeled and unlabeled data.</a:t>
            </a:r>
            <a:endParaRPr lang="en-IN" dirty="0">
              <a:solidFill>
                <a:schemeClr val="tx1"/>
              </a:solidFill>
            </a:endParaRPr>
          </a:p>
        </p:txBody>
      </p:sp>
    </p:spTree>
    <p:extLst>
      <p:ext uri="{BB962C8B-B14F-4D97-AF65-F5344CB8AC3E}">
        <p14:creationId xmlns:p14="http://schemas.microsoft.com/office/powerpoint/2010/main" val="2695317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C6C76-504E-FCED-47F0-9B312EABFE6D}"/>
              </a:ext>
            </a:extLst>
          </p:cNvPr>
          <p:cNvSpPr>
            <a:spLocks noGrp="1"/>
          </p:cNvSpPr>
          <p:nvPr>
            <p:ph type="title"/>
          </p:nvPr>
        </p:nvSpPr>
        <p:spPr/>
        <p:txBody>
          <a:bodyPr/>
          <a:lstStyle/>
          <a:p>
            <a:r>
              <a:rPr lang="en-IN" dirty="0"/>
              <a:t>Challenges</a:t>
            </a:r>
          </a:p>
        </p:txBody>
      </p:sp>
      <p:sp>
        <p:nvSpPr>
          <p:cNvPr id="3" name="Text Placeholder 2">
            <a:extLst>
              <a:ext uri="{FF2B5EF4-FFF2-40B4-BE49-F238E27FC236}">
                <a16:creationId xmlns:a16="http://schemas.microsoft.com/office/drawing/2014/main" id="{DAA682E4-4EAA-393A-494F-2A40A6A53E55}"/>
              </a:ext>
            </a:extLst>
          </p:cNvPr>
          <p:cNvSpPr>
            <a:spLocks noGrp="1"/>
          </p:cNvSpPr>
          <p:nvPr>
            <p:ph type="body" idx="1"/>
          </p:nvPr>
        </p:nvSpPr>
        <p:spPr>
          <a:xfrm>
            <a:off x="1522809" y="1674814"/>
            <a:ext cx="10026461" cy="4740964"/>
          </a:xfrm>
        </p:spPr>
        <p:txBody>
          <a:bodyPr/>
          <a:lstStyle/>
          <a:p>
            <a:pPr algn="just"/>
            <a:r>
              <a:rPr lang="en-IN" sz="2400" b="1" i="0" dirty="0">
                <a:solidFill>
                  <a:srgbClr val="0D0D0D"/>
                </a:solidFill>
                <a:effectLst/>
                <a:latin typeface="Söhne"/>
              </a:rPr>
              <a:t>Bias and Fairness</a:t>
            </a:r>
            <a:r>
              <a:rPr lang="en-IN" sz="2400" b="0" i="0" dirty="0">
                <a:solidFill>
                  <a:srgbClr val="0D0D0D"/>
                </a:solidFill>
                <a:effectLst/>
                <a:latin typeface="Söhne"/>
              </a:rPr>
              <a:t>: Emotion detection models may exhibit bias or unfairness due to skewed training data, cultural stereotypes, or algorithmic biases. Ensuring fairness and mitigating biases in emotion detection systems is crucial to avoid perpetuating societal inequalities and discrimination.</a:t>
            </a:r>
          </a:p>
          <a:p>
            <a:pPr algn="just"/>
            <a:r>
              <a:rPr lang="en-US" sz="2400" b="1" i="0" dirty="0">
                <a:solidFill>
                  <a:srgbClr val="0D0D0D"/>
                </a:solidFill>
                <a:effectLst/>
                <a:latin typeface="Söhne"/>
              </a:rPr>
              <a:t>Data Quality and Quantity</a:t>
            </a:r>
            <a:r>
              <a:rPr lang="en-US" sz="2400" b="0" i="0" dirty="0">
                <a:solidFill>
                  <a:srgbClr val="0D0D0D"/>
                </a:solidFill>
                <a:effectLst/>
                <a:latin typeface="Söhne"/>
              </a:rPr>
              <a:t>: Obtaining high-quality, labeled datasets for training emotion detection models can be challenging due to the subjective nature of emotion labeling and the need for large-scale, diverse datasets to capture the variability of emotional expressions.</a:t>
            </a:r>
            <a:endParaRPr lang="en-IN" sz="2400" dirty="0">
              <a:solidFill>
                <a:srgbClr val="0D0D0D"/>
              </a:solidFill>
              <a:latin typeface="Söhne"/>
            </a:endParaRPr>
          </a:p>
          <a:p>
            <a:pPr algn="just"/>
            <a:r>
              <a:rPr lang="en-US" sz="2400" b="1" i="0" dirty="0">
                <a:solidFill>
                  <a:srgbClr val="0D0D0D"/>
                </a:solidFill>
                <a:effectLst/>
                <a:latin typeface="Söhne"/>
              </a:rPr>
              <a:t>Cross-Modal Integration</a:t>
            </a:r>
            <a:r>
              <a:rPr lang="en-US" sz="2400" b="0" i="0" dirty="0">
                <a:solidFill>
                  <a:srgbClr val="0D0D0D"/>
                </a:solidFill>
                <a:effectLst/>
                <a:latin typeface="Söhne"/>
              </a:rPr>
              <a:t>: Integrating information from multiple modalities (text, speech, facial expressions, physiological signals) poses a challenge due to differences in data formats, feature representations, and temporal dynamics, requiring sophisticated fusion techniques and model architectures.</a:t>
            </a:r>
            <a:endParaRPr lang="en-IN" sz="2400" dirty="0"/>
          </a:p>
        </p:txBody>
      </p:sp>
    </p:spTree>
    <p:extLst>
      <p:ext uri="{BB962C8B-B14F-4D97-AF65-F5344CB8AC3E}">
        <p14:creationId xmlns:p14="http://schemas.microsoft.com/office/powerpoint/2010/main" val="1175035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4DD0B-CE08-AA00-B28E-36E3DBAE8714}"/>
              </a:ext>
            </a:extLst>
          </p:cNvPr>
          <p:cNvSpPr>
            <a:spLocks noGrp="1"/>
          </p:cNvSpPr>
          <p:nvPr>
            <p:ph type="title"/>
          </p:nvPr>
        </p:nvSpPr>
        <p:spPr/>
        <p:txBody>
          <a:bodyPr/>
          <a:lstStyle/>
          <a:p>
            <a:r>
              <a:rPr lang="en-IN" dirty="0"/>
              <a:t>Future Scope</a:t>
            </a:r>
          </a:p>
        </p:txBody>
      </p:sp>
      <p:sp>
        <p:nvSpPr>
          <p:cNvPr id="3" name="Text Placeholder 2">
            <a:extLst>
              <a:ext uri="{FF2B5EF4-FFF2-40B4-BE49-F238E27FC236}">
                <a16:creationId xmlns:a16="http://schemas.microsoft.com/office/drawing/2014/main" id="{D30AB071-E490-B106-7A2B-FABE43DB5A6B}"/>
              </a:ext>
            </a:extLst>
          </p:cNvPr>
          <p:cNvSpPr>
            <a:spLocks noGrp="1"/>
          </p:cNvSpPr>
          <p:nvPr>
            <p:ph type="body" idx="1"/>
          </p:nvPr>
        </p:nvSpPr>
        <p:spPr>
          <a:xfrm>
            <a:off x="1522809" y="1828801"/>
            <a:ext cx="9602113" cy="4581938"/>
          </a:xfrm>
        </p:spPr>
        <p:txBody>
          <a:bodyPr/>
          <a:lstStyle/>
          <a:p>
            <a:r>
              <a:rPr lang="en-US" sz="2400" b="1" i="0" dirty="0">
                <a:solidFill>
                  <a:srgbClr val="0D0D0D"/>
                </a:solidFill>
                <a:effectLst/>
                <a:latin typeface="Times New Roman" panose="02020603050405020304" pitchFamily="18" charset="0"/>
                <a:cs typeface="Times New Roman" panose="02020603050405020304" pitchFamily="18" charset="0"/>
              </a:rPr>
              <a:t>Multimodal Emotion Recognition</a:t>
            </a:r>
            <a:r>
              <a:rPr lang="en-US" sz="2400" b="0" i="0" dirty="0">
                <a:solidFill>
                  <a:srgbClr val="0D0D0D"/>
                </a:solidFill>
                <a:effectLst/>
                <a:latin typeface="Times New Roman" panose="02020603050405020304" pitchFamily="18" charset="0"/>
                <a:cs typeface="Times New Roman" panose="02020603050405020304" pitchFamily="18" charset="0"/>
              </a:rPr>
              <a:t>: Future research will focus on integrating multiple modalities such as text, speech, facial expressions, and physiological signals for more comprehensive emotion detection systems.</a:t>
            </a:r>
          </a:p>
          <a:p>
            <a:r>
              <a:rPr lang="en-US" sz="2400" b="1" i="0" dirty="0">
                <a:solidFill>
                  <a:srgbClr val="0D0D0D"/>
                </a:solidFill>
                <a:effectLst/>
                <a:latin typeface="Times New Roman" panose="02020603050405020304" pitchFamily="18" charset="0"/>
                <a:cs typeface="Times New Roman" panose="02020603050405020304" pitchFamily="18" charset="0"/>
              </a:rPr>
              <a:t>Real-time Emotion Recognition</a:t>
            </a:r>
            <a:r>
              <a:rPr lang="en-US" sz="2400" b="0" i="0" dirty="0">
                <a:solidFill>
                  <a:srgbClr val="0D0D0D"/>
                </a:solidFill>
                <a:effectLst/>
                <a:latin typeface="Times New Roman" panose="02020603050405020304" pitchFamily="18" charset="0"/>
                <a:cs typeface="Times New Roman" panose="02020603050405020304" pitchFamily="18" charset="0"/>
              </a:rPr>
              <a:t>: Future systems will prioritize real-time emotion recognition for applications in human-computer interaction, virtual reality, and augmented reality, enabling more responsive and adaptive user experiences.</a:t>
            </a:r>
            <a:endParaRPr lang="en-US" sz="2400" dirty="0">
              <a:solidFill>
                <a:srgbClr val="0D0D0D"/>
              </a:solidFill>
              <a:latin typeface="Times New Roman" panose="02020603050405020304" pitchFamily="18" charset="0"/>
              <a:cs typeface="Times New Roman" panose="02020603050405020304" pitchFamily="18" charset="0"/>
            </a:endParaRPr>
          </a:p>
          <a:p>
            <a:r>
              <a:rPr lang="en-US" sz="2400" b="1" i="0" dirty="0">
                <a:solidFill>
                  <a:srgbClr val="0D0D0D"/>
                </a:solidFill>
                <a:effectLst/>
                <a:latin typeface="Times New Roman" panose="02020603050405020304" pitchFamily="18" charset="0"/>
                <a:cs typeface="Times New Roman" panose="02020603050405020304" pitchFamily="18" charset="0"/>
              </a:rPr>
              <a:t>Personalized Emotion Detection</a:t>
            </a:r>
            <a:r>
              <a:rPr lang="en-US" sz="2400" b="0" i="0" dirty="0">
                <a:solidFill>
                  <a:srgbClr val="0D0D0D"/>
                </a:solidFill>
                <a:effectLst/>
                <a:latin typeface="Times New Roman" panose="02020603050405020304" pitchFamily="18" charset="0"/>
                <a:cs typeface="Times New Roman" panose="02020603050405020304" pitchFamily="18" charset="0"/>
              </a:rPr>
              <a:t>: Emotion detection systems will become more personalized, taking into account individual differences in emotional expression and adapting their responses accordingly for improved user engagement and satisfaction.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5655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A4DEF-BD1F-E20A-6151-E690410A3DFB}"/>
              </a:ext>
            </a:extLst>
          </p:cNvPr>
          <p:cNvSpPr>
            <a:spLocks noGrp="1"/>
          </p:cNvSpPr>
          <p:nvPr>
            <p:ph type="title"/>
          </p:nvPr>
        </p:nvSpPr>
        <p:spPr/>
        <p:txBody>
          <a:bodyPr/>
          <a:lstStyle/>
          <a:p>
            <a:r>
              <a:rPr lang="en-IN"/>
              <a:t>Conclusion</a:t>
            </a:r>
          </a:p>
        </p:txBody>
      </p:sp>
      <p:sp>
        <p:nvSpPr>
          <p:cNvPr id="3" name="Text Placeholder 2">
            <a:extLst>
              <a:ext uri="{FF2B5EF4-FFF2-40B4-BE49-F238E27FC236}">
                <a16:creationId xmlns:a16="http://schemas.microsoft.com/office/drawing/2014/main" id="{50EC63E8-A8B2-82C2-D59B-B8E1A568AB0B}"/>
              </a:ext>
            </a:extLst>
          </p:cNvPr>
          <p:cNvSpPr>
            <a:spLocks noGrp="1"/>
          </p:cNvSpPr>
          <p:nvPr>
            <p:ph type="body" idx="1"/>
          </p:nvPr>
        </p:nvSpPr>
        <p:spPr/>
        <p:txBody>
          <a:bodyPr/>
          <a:lstStyle/>
          <a:p>
            <a:r>
              <a:rPr lang="en-US" sz="2400" b="0" i="0" dirty="0">
                <a:solidFill>
                  <a:srgbClr val="0D0D0D"/>
                </a:solidFill>
                <a:effectLst/>
                <a:latin typeface="Times New Roman" panose="02020603050405020304" pitchFamily="18" charset="0"/>
                <a:cs typeface="Times New Roman" panose="02020603050405020304" pitchFamily="18" charset="0"/>
              </a:rPr>
              <a:t>Machine learning helps computers understand emotions from text, speech, and facial expressions.</a:t>
            </a:r>
          </a:p>
          <a:p>
            <a:r>
              <a:rPr lang="en-US" sz="2400" b="0" i="0" dirty="0">
                <a:solidFill>
                  <a:srgbClr val="0D0D0D"/>
                </a:solidFill>
                <a:effectLst/>
                <a:latin typeface="Times New Roman" panose="02020603050405020304" pitchFamily="18" charset="0"/>
                <a:cs typeface="Times New Roman" panose="02020603050405020304" pitchFamily="18" charset="0"/>
              </a:rPr>
              <a:t>Challenges like subjectivity and data quality exist, but ongoing research in deep learning and context-aware modeling is making progress.</a:t>
            </a:r>
            <a:endParaRPr lang="en-US" sz="2400" dirty="0">
              <a:solidFill>
                <a:srgbClr val="0D0D0D"/>
              </a:solidFill>
              <a:latin typeface="Times New Roman" panose="02020603050405020304" pitchFamily="18" charset="0"/>
              <a:cs typeface="Times New Roman" panose="02020603050405020304" pitchFamily="18" charset="0"/>
            </a:endParaRPr>
          </a:p>
          <a:p>
            <a:r>
              <a:rPr lang="en-US" sz="2400" b="0" i="0" dirty="0">
                <a:solidFill>
                  <a:srgbClr val="0D0D0D"/>
                </a:solidFill>
                <a:effectLst/>
                <a:latin typeface="Times New Roman" panose="02020603050405020304" pitchFamily="18" charset="0"/>
                <a:cs typeface="Times New Roman" panose="02020603050405020304" pitchFamily="18" charset="0"/>
              </a:rPr>
              <a:t>Emotion detection will keep improving human-computer interactions and personalizing experiences.</a:t>
            </a:r>
          </a:p>
          <a:p>
            <a:r>
              <a:rPr lang="en-US" sz="2400" b="0" i="0" dirty="0">
                <a:solidFill>
                  <a:srgbClr val="0D0D0D"/>
                </a:solidFill>
                <a:effectLst/>
                <a:latin typeface="Times New Roman" panose="02020603050405020304" pitchFamily="18" charset="0"/>
                <a:cs typeface="Times New Roman" panose="02020603050405020304" pitchFamily="18" charset="0"/>
              </a:rPr>
              <a:t>Collaboration, ethics, and responsible AI development are crucial for harnessing emotion detection's potential.</a:t>
            </a:r>
            <a:endParaRPr lang="en-US" sz="2400" dirty="0">
              <a:solidFill>
                <a:srgbClr val="0D0D0D"/>
              </a:solidFill>
              <a:latin typeface="Times New Roman" panose="02020603050405020304" pitchFamily="18" charset="0"/>
              <a:cs typeface="Times New Roman" panose="02020603050405020304" pitchFamily="18" charset="0"/>
            </a:endParaRPr>
          </a:p>
          <a:p>
            <a:r>
              <a:rPr lang="en-US" sz="2400" b="0" i="0" dirty="0">
                <a:solidFill>
                  <a:srgbClr val="0D0D0D"/>
                </a:solidFill>
                <a:effectLst/>
                <a:latin typeface="Times New Roman" panose="02020603050405020304" pitchFamily="18" charset="0"/>
                <a:cs typeface="Times New Roman" panose="02020603050405020304" pitchFamily="18" charset="0"/>
              </a:rPr>
              <a:t>Ultimately, emotion detection technology aims to create more empathetic, responsive, and inclusive systems for everyone's benefit.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388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C546C-A31E-33BD-B7F6-327B01FCCE77}"/>
              </a:ext>
            </a:extLst>
          </p:cNvPr>
          <p:cNvSpPr>
            <a:spLocks noGrp="1"/>
          </p:cNvSpPr>
          <p:nvPr>
            <p:ph type="title"/>
          </p:nvPr>
        </p:nvSpPr>
        <p:spPr/>
        <p:txBody>
          <a:bodyPr/>
          <a:lstStyle/>
          <a:p>
            <a:r>
              <a:rPr lang="en-IN"/>
              <a:t>Thank You</a:t>
            </a:r>
          </a:p>
        </p:txBody>
      </p:sp>
      <p:sp>
        <p:nvSpPr>
          <p:cNvPr id="3" name="Text Placeholder 2">
            <a:extLst>
              <a:ext uri="{FF2B5EF4-FFF2-40B4-BE49-F238E27FC236}">
                <a16:creationId xmlns:a16="http://schemas.microsoft.com/office/drawing/2014/main" id="{A8958052-2075-BAAA-D3BB-0ABD7C2E25D5}"/>
              </a:ext>
            </a:extLst>
          </p:cNvPr>
          <p:cNvSpPr>
            <a:spLocks noGrp="1"/>
          </p:cNvSpPr>
          <p:nvPr>
            <p:ph type="body" idx="1"/>
          </p:nvPr>
        </p:nvSpPr>
        <p:spPr/>
        <p:txBody>
          <a:bodyPr/>
          <a:lstStyle/>
          <a:p>
            <a:r>
              <a:rPr lang="en-IN" dirty="0"/>
              <a:t>Any questions?</a:t>
            </a:r>
          </a:p>
        </p:txBody>
      </p:sp>
    </p:spTree>
    <p:extLst>
      <p:ext uri="{BB962C8B-B14F-4D97-AF65-F5344CB8AC3E}">
        <p14:creationId xmlns:p14="http://schemas.microsoft.com/office/powerpoint/2010/main" val="357322948"/>
      </p:ext>
    </p:extLst>
  </p:cSld>
  <p:clrMapOvr>
    <a:masterClrMapping/>
  </p:clrMapOvr>
</p:sld>
</file>

<file path=ppt/theme/theme1.xml><?xml version="1.0" encoding="utf-8"?>
<a:theme xmlns:a="http://schemas.openxmlformats.org/drawingml/2006/main" name="7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entury Gothic"/>
        <a:ea typeface=""/>
        <a:cs typeface="WenQuanYi Micro Hei"/>
      </a:majorFont>
      <a:minorFont>
        <a:latin typeface="Century Gothic"/>
        <a:ea typeface=""/>
        <a:cs typeface="WenQuanYi Micro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entury Gothic"/>
        <a:ea typeface=""/>
        <a:cs typeface="WenQuanYi Micro Hei"/>
      </a:majorFont>
      <a:minorFont>
        <a:latin typeface="Century Gothic"/>
        <a:ea typeface=""/>
        <a:cs typeface="WenQuanYi Micro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entury Gothic"/>
        <a:ea typeface=""/>
        <a:cs typeface="WenQuanYi Micro Hei"/>
      </a:majorFont>
      <a:minorFont>
        <a:latin typeface="Century Gothic"/>
        <a:ea typeface=""/>
        <a:cs typeface="WenQuanYi Micro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entury Gothic"/>
        <a:ea typeface=""/>
        <a:cs typeface="WenQuanYi Micro Hei"/>
      </a:majorFont>
      <a:minorFont>
        <a:latin typeface="Century Gothic"/>
        <a:ea typeface=""/>
        <a:cs typeface="WenQuanYi Micro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6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entury Gothic"/>
        <a:ea typeface=""/>
        <a:cs typeface="WenQuanYi Micro Hei"/>
      </a:majorFont>
      <a:minorFont>
        <a:latin typeface="Century Gothic"/>
        <a:ea typeface=""/>
        <a:cs typeface="WenQuanYi Micro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8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entury Gothic"/>
        <a:ea typeface=""/>
        <a:cs typeface="WenQuanYi Micro Hei"/>
      </a:majorFont>
      <a:minorFont>
        <a:latin typeface="Century Gothic"/>
        <a:ea typeface=""/>
        <a:cs typeface="WenQuanYi Micro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9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entury Gothic"/>
        <a:ea typeface=""/>
        <a:cs typeface="WenQuanYi Micro Hei"/>
      </a:majorFont>
      <a:minorFont>
        <a:latin typeface="Century Gothic"/>
        <a:ea typeface=""/>
        <a:cs typeface="WenQuanYi Micro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0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entury Gothic"/>
        <a:ea typeface=""/>
        <a:cs typeface="WenQuanYi Micro Hei"/>
      </a:majorFont>
      <a:minorFont>
        <a:latin typeface="Century Gothic"/>
        <a:ea typeface=""/>
        <a:cs typeface="WenQuanYi Micro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entury Gothic"/>
        <a:ea typeface=""/>
        <a:cs typeface="WenQuanYi Micro Hei"/>
      </a:majorFont>
      <a:minorFont>
        <a:latin typeface="Century Gothic"/>
        <a:ea typeface=""/>
        <a:cs typeface="WenQuanYi Micro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First Project Presentation 2023-24</Template>
  <TotalTime>78</TotalTime>
  <Words>1653</Words>
  <Application>Microsoft Office PowerPoint</Application>
  <PresentationFormat>Widescreen</PresentationFormat>
  <Paragraphs>108</Paragraphs>
  <Slides>18</Slides>
  <Notes>3</Notes>
  <HiddenSlides>0</HiddenSlides>
  <MMClips>0</MMClips>
  <ScaleCrop>false</ScaleCrop>
  <HeadingPairs>
    <vt:vector size="6" baseType="variant">
      <vt:variant>
        <vt:lpstr>Fonts Used</vt:lpstr>
      </vt:variant>
      <vt:variant>
        <vt:i4>12</vt:i4>
      </vt:variant>
      <vt:variant>
        <vt:lpstr>Theme</vt:lpstr>
      </vt:variant>
      <vt:variant>
        <vt:i4>9</vt:i4>
      </vt:variant>
      <vt:variant>
        <vt:lpstr>Slide Titles</vt:lpstr>
      </vt:variant>
      <vt:variant>
        <vt:i4>18</vt:i4>
      </vt:variant>
    </vt:vector>
  </HeadingPairs>
  <TitlesOfParts>
    <vt:vector size="39" baseType="lpstr">
      <vt:lpstr>Arial</vt:lpstr>
      <vt:lpstr>Calibri</vt:lpstr>
      <vt:lpstr>Century Gothic</vt:lpstr>
      <vt:lpstr>Courier New</vt:lpstr>
      <vt:lpstr>Google Sans Text</vt:lpstr>
      <vt:lpstr>IBM Plex Sans</vt:lpstr>
      <vt:lpstr>Nunito</vt:lpstr>
      <vt:lpstr>Proxima Nova Rg</vt:lpstr>
      <vt:lpstr>Söhne</vt:lpstr>
      <vt:lpstr>Times New Roman</vt:lpstr>
      <vt:lpstr>WenQuanYi Micro Hei</vt:lpstr>
      <vt:lpstr>Wingdings</vt:lpstr>
      <vt:lpstr>7_Office Theme</vt:lpstr>
      <vt:lpstr>Office Theme</vt:lpstr>
      <vt:lpstr>3_Office Theme</vt:lpstr>
      <vt:lpstr>5_Office Theme</vt:lpstr>
      <vt:lpstr>6_Office Theme</vt:lpstr>
      <vt:lpstr>8_Office Theme</vt:lpstr>
      <vt:lpstr>9_Office Theme</vt:lpstr>
      <vt:lpstr>10_Office Theme</vt:lpstr>
      <vt:lpstr>11_Office Theme</vt:lpstr>
      <vt:lpstr>PowerPoint Presentation</vt:lpstr>
      <vt:lpstr>PowerPoint Presentation</vt:lpstr>
      <vt:lpstr>Emotion Detection using Machine Learning</vt:lpstr>
      <vt:lpstr>Introduction</vt:lpstr>
      <vt:lpstr>Problem Definition </vt:lpstr>
      <vt:lpstr>Objectives</vt:lpstr>
      <vt:lpstr>Feasibility Study, Need and Significance. </vt:lpstr>
      <vt:lpstr>Need and Significance.</vt:lpstr>
      <vt:lpstr>What is Emotion Detection?</vt:lpstr>
      <vt:lpstr>Importance of Emotion Detection</vt:lpstr>
      <vt:lpstr>Machine Learning Techniques - Overview</vt:lpstr>
      <vt:lpstr>Supervised Learning</vt:lpstr>
      <vt:lpstr>Unsupervised Learning</vt:lpstr>
      <vt:lpstr>Semi-Supervised Learning</vt:lpstr>
      <vt:lpstr>Challenges</vt:lpstr>
      <vt:lpstr>Future Scope</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Emotion Detection using Machine Learning</dc:title>
  <dc:creator>RAJU KUMAR</dc:creator>
  <cp:lastModifiedBy>RAJU KUMAR</cp:lastModifiedBy>
  <cp:revision>2</cp:revision>
  <dcterms:created xsi:type="dcterms:W3CDTF">2024-03-09T03:59:07Z</dcterms:created>
  <dcterms:modified xsi:type="dcterms:W3CDTF">2024-03-09T05:17:30Z</dcterms:modified>
</cp:coreProperties>
</file>